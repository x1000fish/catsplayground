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42" y="-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365A21-8407-4B29-A938-8FB7D82CD0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40F7C26-C477-4772-A47C-6DEA1CBCB7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BA7AD49-8B82-45BB-A0F9-4B80EAC5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A7204-FBA1-44A4-8336-F5A9DAECD5F2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89D642D-7123-4B28-892E-55895BE9E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627176-B305-485D-ABBF-CF512EC69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FFC91-90AC-4479-8629-B0F7A884C8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7943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99C1D5-B8B6-4EFA-9ED1-74C39ABE6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A61CA5F-C6FE-47C0-A0C1-BC19FA7AA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E054526-7F3B-4C38-B5F7-54124A292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A7204-FBA1-44A4-8336-F5A9DAECD5F2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B490840-C840-445E-9A1D-7710588CB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B79B195-B723-4C36-A50C-0E076E794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FFC91-90AC-4479-8629-B0F7A884C8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8364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F647C3-B776-4446-91FC-DE32BB5AF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EA0A55B-6265-48E3-B65E-FBF66ED26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C3CE9E9-12E6-4C2F-8A92-BF5DD223A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A7204-FBA1-44A4-8336-F5A9DAECD5F2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B986449-F3BC-4442-9D18-B353DF517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83F95FB-7C0C-4ACB-B9E9-566B04C52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FFC91-90AC-4479-8629-B0F7A884C8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5803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62A004-F9E7-4A12-880D-EFF48DBF6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1C0CB07-1B86-459A-AF54-487598900B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CA342C5-B464-434A-A264-0728F4B7EF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4783F53-5029-4595-970A-D00F800D5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A7204-FBA1-44A4-8336-F5A9DAECD5F2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2C743EB-8D84-4B25-9159-5F6B838D9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714C28B-D23C-4C1E-B35D-395526644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FFC91-90AC-4479-8629-B0F7A884C8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576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D4C441-19A0-4C5E-B559-324DB7DD6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2D8A77-5977-45D7-A039-3C01E8BA5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8985F56-DE09-485E-B75D-7CD8333122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344420F-CFA4-4D4D-B9B4-83F2B4C13B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A2E9DA0-A687-4823-A651-E098ACF528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4D594FE-3EE0-47B5-912E-48E8F1A4E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A7204-FBA1-44A4-8336-F5A9DAECD5F2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DBB0C7E-8587-4712-BCC4-190246277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2393FEF-318B-48D0-B82E-DE4D94BF9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FFC91-90AC-4479-8629-B0F7A884C8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2711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EDB593-2A03-4D0C-82FE-EBD46B3E5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771FD57-C973-450D-B1F5-2BEB5F584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A7204-FBA1-44A4-8336-F5A9DAECD5F2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6A275BA-78E1-4B72-8A42-58A75B706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604F840-5DB5-4006-A213-7574A4C95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FFC91-90AC-4479-8629-B0F7A884C8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7740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C4BD02D-5287-47FB-995F-175773FB6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A7204-FBA1-44A4-8336-F5A9DAECD5F2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4452912-F34B-4116-BF6A-21C918719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AAC6D18-250F-448D-8189-C603C6501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FFC91-90AC-4479-8629-B0F7A884C8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1480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1CC025-6C30-4255-8F5C-E16FD0383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420CF26-2E37-4BF0-8528-B76E55C26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C322074-C3D2-44AF-87B6-FB9D5602CB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C607CE6-8067-47DE-B4EE-55DA5CB5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A7204-FBA1-44A4-8336-F5A9DAECD5F2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463C7C-F875-4884-A756-4A3AAA065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7A35B32-309B-47F5-B37C-FFCE4584B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FFC91-90AC-4479-8629-B0F7A884C8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5295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8021A0-F3F4-4B1C-9DF5-954B901C2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D7EC920-E2CF-48A8-935D-C7098FE3FC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74B1D0E-E88E-4D4C-AE0F-453C31BE3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6FA0251-10C2-4A5E-B58F-573846ACB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A7204-FBA1-44A4-8336-F5A9DAECD5F2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D431912-D972-49CF-81B9-E98A95BD4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91B81B7-98B2-443C-A419-60ED9E610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FFC91-90AC-4479-8629-B0F7A884C8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5975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D7007B-2A14-4A52-AC56-456F19EAF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8BC2077-9A12-4338-97D6-7A577647C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AE5E48D-EA6E-447E-861E-BB7641F7C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A7204-FBA1-44A4-8336-F5A9DAECD5F2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F51F952-A805-4406-85E0-7444B663E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2FA6EB9-323F-4D68-9043-94AF2723C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FFC91-90AC-4479-8629-B0F7A884C8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0457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16DFDBA-BD37-49C2-A20D-2EB06838CA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454818C-D1AC-49A1-946B-98DEE2C762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2C6290C-DCCA-45EE-AC05-668CF48BF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A7204-FBA1-44A4-8336-F5A9DAECD5F2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3598833-5366-41E5-AFE0-609591DFC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C172FB7-07D4-42F5-8DB9-79597BE1A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FFC91-90AC-4479-8629-B0F7A884C8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127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6E065B3-5A33-412F-BE8E-655347012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AB7462C-1CAD-4074-84A1-203F3A8D4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12A1112-58FD-4DC9-9D81-F7697C74BE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DA7204-FBA1-44A4-8336-F5A9DAECD5F2}" type="datetimeFigureOut">
              <a:rPr lang="zh-TW" altLang="en-US" smtClean="0"/>
              <a:t>2026/4/27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1C4F816-5900-4BC3-BD03-73465E4B66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24F0F3A-5BFA-4AA7-9C49-6DE87372A1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1FFC91-90AC-4479-8629-B0F7A884C8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5904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49C4E288-D4FB-4640-BCA9-51DABB12F6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470" t="31429" r="37813" b="27347"/>
          <a:stretch/>
        </p:blipFill>
        <p:spPr>
          <a:xfrm>
            <a:off x="3088433" y="2285077"/>
            <a:ext cx="2556588" cy="254818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52B2A65-8D62-4845-A73E-165C23CCBA7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747" t="33333" r="39272" b="29524"/>
          <a:stretch/>
        </p:blipFill>
        <p:spPr>
          <a:xfrm>
            <a:off x="5924681" y="2286000"/>
            <a:ext cx="2556588" cy="2547257"/>
          </a:xfrm>
          <a:prstGeom prst="rect">
            <a:avLst/>
          </a:prstGeom>
        </p:spPr>
      </p:pic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0C122FD3-0E8E-4F32-A65E-2333E0361E9B}"/>
              </a:ext>
            </a:extLst>
          </p:cNvPr>
          <p:cNvCxnSpPr/>
          <p:nvPr/>
        </p:nvCxnSpPr>
        <p:spPr>
          <a:xfrm flipV="1">
            <a:off x="3956180" y="3027103"/>
            <a:ext cx="821093" cy="498726"/>
          </a:xfrm>
          <a:prstGeom prst="straightConnector1">
            <a:avLst/>
          </a:prstGeom>
          <a:ln w="57150">
            <a:solidFill>
              <a:srgbClr val="FF0000">
                <a:alpha val="76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24A04C0E-F325-4C01-AC46-FF5562E1C3F9}"/>
              </a:ext>
            </a:extLst>
          </p:cNvPr>
          <p:cNvCxnSpPr>
            <a:cxnSpLocks/>
          </p:cNvCxnSpPr>
          <p:nvPr/>
        </p:nvCxnSpPr>
        <p:spPr>
          <a:xfrm flipV="1">
            <a:off x="3956180" y="3538592"/>
            <a:ext cx="821093" cy="20575"/>
          </a:xfrm>
          <a:prstGeom prst="straightConnector1">
            <a:avLst/>
          </a:prstGeom>
          <a:ln w="57150">
            <a:solidFill>
              <a:srgbClr val="FF0000">
                <a:alpha val="76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CF04F431-5EF1-473D-9451-F55194565C91}"/>
              </a:ext>
            </a:extLst>
          </p:cNvPr>
          <p:cNvCxnSpPr>
            <a:cxnSpLocks/>
          </p:cNvCxnSpPr>
          <p:nvPr/>
        </p:nvCxnSpPr>
        <p:spPr>
          <a:xfrm>
            <a:off x="3956180" y="3610029"/>
            <a:ext cx="821093" cy="489313"/>
          </a:xfrm>
          <a:prstGeom prst="straightConnector1">
            <a:avLst/>
          </a:prstGeom>
          <a:ln w="57150">
            <a:solidFill>
              <a:srgbClr val="FF0000">
                <a:alpha val="76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CE1B0C89-49BA-4EAE-A59E-0A169C5E3DF7}"/>
              </a:ext>
            </a:extLst>
          </p:cNvPr>
          <p:cNvCxnSpPr>
            <a:cxnSpLocks/>
          </p:cNvCxnSpPr>
          <p:nvPr/>
        </p:nvCxnSpPr>
        <p:spPr>
          <a:xfrm flipV="1">
            <a:off x="3952368" y="2562226"/>
            <a:ext cx="821093" cy="897173"/>
          </a:xfrm>
          <a:prstGeom prst="straightConnector1">
            <a:avLst/>
          </a:prstGeom>
          <a:ln w="57150">
            <a:solidFill>
              <a:srgbClr val="FF0000">
                <a:alpha val="76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2C951764-90B1-4554-AC59-54125AF16686}"/>
              </a:ext>
            </a:extLst>
          </p:cNvPr>
          <p:cNvCxnSpPr>
            <a:cxnSpLocks/>
          </p:cNvCxnSpPr>
          <p:nvPr/>
        </p:nvCxnSpPr>
        <p:spPr>
          <a:xfrm>
            <a:off x="3943350" y="3695700"/>
            <a:ext cx="812800" cy="901700"/>
          </a:xfrm>
          <a:prstGeom prst="straightConnector1">
            <a:avLst/>
          </a:prstGeom>
          <a:ln w="57150">
            <a:solidFill>
              <a:srgbClr val="FF0000">
                <a:alpha val="76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B1FC72A1-8F72-4D43-B449-68279FA81640}"/>
              </a:ext>
            </a:extLst>
          </p:cNvPr>
          <p:cNvCxnSpPr/>
          <p:nvPr/>
        </p:nvCxnSpPr>
        <p:spPr>
          <a:xfrm flipV="1">
            <a:off x="6813680" y="3027103"/>
            <a:ext cx="821093" cy="498726"/>
          </a:xfrm>
          <a:prstGeom prst="straightConnector1">
            <a:avLst/>
          </a:prstGeom>
          <a:ln w="57150">
            <a:solidFill>
              <a:srgbClr val="FF0000">
                <a:alpha val="76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629D99D0-8CE3-412B-A3B1-ED2620100381}"/>
              </a:ext>
            </a:extLst>
          </p:cNvPr>
          <p:cNvCxnSpPr>
            <a:cxnSpLocks/>
          </p:cNvCxnSpPr>
          <p:nvPr/>
        </p:nvCxnSpPr>
        <p:spPr>
          <a:xfrm flipV="1">
            <a:off x="6813680" y="3538592"/>
            <a:ext cx="821093" cy="20575"/>
          </a:xfrm>
          <a:prstGeom prst="straightConnector1">
            <a:avLst/>
          </a:prstGeom>
          <a:ln w="57150">
            <a:solidFill>
              <a:srgbClr val="FF0000">
                <a:alpha val="76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AF30AC29-F411-48B0-83D5-98F15A2A550D}"/>
              </a:ext>
            </a:extLst>
          </p:cNvPr>
          <p:cNvCxnSpPr>
            <a:cxnSpLocks/>
          </p:cNvCxnSpPr>
          <p:nvPr/>
        </p:nvCxnSpPr>
        <p:spPr>
          <a:xfrm>
            <a:off x="6813680" y="3610029"/>
            <a:ext cx="821093" cy="489313"/>
          </a:xfrm>
          <a:prstGeom prst="straightConnector1">
            <a:avLst/>
          </a:prstGeom>
          <a:ln w="57150">
            <a:solidFill>
              <a:srgbClr val="FF0000">
                <a:alpha val="76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E8217B22-B16E-47E0-98C8-74A1E4C92A1B}"/>
              </a:ext>
            </a:extLst>
          </p:cNvPr>
          <p:cNvCxnSpPr>
            <a:cxnSpLocks/>
          </p:cNvCxnSpPr>
          <p:nvPr/>
        </p:nvCxnSpPr>
        <p:spPr>
          <a:xfrm flipV="1">
            <a:off x="6809868" y="2562226"/>
            <a:ext cx="821093" cy="897173"/>
          </a:xfrm>
          <a:prstGeom prst="straightConnector1">
            <a:avLst/>
          </a:prstGeom>
          <a:ln w="57150">
            <a:solidFill>
              <a:srgbClr val="FF0000">
                <a:alpha val="76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77419CD6-442A-4975-B774-F53EF0DB7E6E}"/>
              </a:ext>
            </a:extLst>
          </p:cNvPr>
          <p:cNvCxnSpPr>
            <a:cxnSpLocks/>
          </p:cNvCxnSpPr>
          <p:nvPr/>
        </p:nvCxnSpPr>
        <p:spPr>
          <a:xfrm>
            <a:off x="6800850" y="3695700"/>
            <a:ext cx="812800" cy="901700"/>
          </a:xfrm>
          <a:prstGeom prst="straightConnector1">
            <a:avLst/>
          </a:prstGeom>
          <a:ln w="57150">
            <a:solidFill>
              <a:srgbClr val="FF0000">
                <a:alpha val="76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圖形 22" descr="關閉 以實心填滿">
            <a:extLst>
              <a:ext uri="{FF2B5EF4-FFF2-40B4-BE49-F238E27FC236}">
                <a16:creationId xmlns:a16="http://schemas.microsoft.com/office/drawing/2014/main" id="{53AFB0ED-1B01-4832-9851-22AA8A0C67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42076" y="3125713"/>
            <a:ext cx="303287" cy="303287"/>
          </a:xfrm>
          <a:prstGeom prst="rect">
            <a:avLst/>
          </a:prstGeom>
        </p:spPr>
      </p:pic>
      <p:pic>
        <p:nvPicPr>
          <p:cNvPr id="24" name="圖形 23" descr="關閉 以實心填滿">
            <a:extLst>
              <a:ext uri="{FF2B5EF4-FFF2-40B4-BE49-F238E27FC236}">
                <a16:creationId xmlns:a16="http://schemas.microsoft.com/office/drawing/2014/main" id="{18C841E2-FBD2-4A5C-980F-16861C2169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42076" y="3380567"/>
            <a:ext cx="303287" cy="303287"/>
          </a:xfrm>
          <a:prstGeom prst="rect">
            <a:avLst/>
          </a:prstGeom>
        </p:spPr>
      </p:pic>
      <p:pic>
        <p:nvPicPr>
          <p:cNvPr id="25" name="圖形 24" descr="關閉 以實心填滿">
            <a:extLst>
              <a:ext uri="{FF2B5EF4-FFF2-40B4-BE49-F238E27FC236}">
                <a16:creationId xmlns:a16="http://schemas.microsoft.com/office/drawing/2014/main" id="{4D53DD29-BEF4-4068-AF6E-75CB569B32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42076" y="3683185"/>
            <a:ext cx="303287" cy="303287"/>
          </a:xfrm>
          <a:prstGeom prst="rect">
            <a:avLst/>
          </a:prstGeom>
        </p:spPr>
      </p:pic>
      <p:pic>
        <p:nvPicPr>
          <p:cNvPr id="33" name="圖形 32" descr="關閉 以實心填滿">
            <a:extLst>
              <a:ext uri="{FF2B5EF4-FFF2-40B4-BE49-F238E27FC236}">
                <a16:creationId xmlns:a16="http://schemas.microsoft.com/office/drawing/2014/main" id="{70586C6A-B58F-4051-9006-C577B7D9C4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42076" y="2864318"/>
            <a:ext cx="303287" cy="303287"/>
          </a:xfrm>
          <a:prstGeom prst="rect">
            <a:avLst/>
          </a:prstGeom>
        </p:spPr>
      </p:pic>
      <p:pic>
        <p:nvPicPr>
          <p:cNvPr id="34" name="圖形 33" descr="關閉 以實心填滿">
            <a:extLst>
              <a:ext uri="{FF2B5EF4-FFF2-40B4-BE49-F238E27FC236}">
                <a16:creationId xmlns:a16="http://schemas.microsoft.com/office/drawing/2014/main" id="{86F8D2E3-CBA6-4043-88DF-DC87EB0A0A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42076" y="3998318"/>
            <a:ext cx="303287" cy="303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969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E626069D-3C89-4DF5-91F0-1BBD077DAB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759" t="33333" r="39577" b="29583"/>
          <a:stretch/>
        </p:blipFill>
        <p:spPr>
          <a:xfrm>
            <a:off x="1957387" y="1014412"/>
            <a:ext cx="2524125" cy="2543175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C75BABA7-A172-4939-B6B6-CB3223CFD1C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759" t="33333" r="39577" b="29583"/>
          <a:stretch/>
        </p:blipFill>
        <p:spPr>
          <a:xfrm>
            <a:off x="1957386" y="3962400"/>
            <a:ext cx="2524125" cy="254317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C574BFC1-538E-4446-9236-D454E65C21B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5759" t="33333" r="39577" b="29583"/>
          <a:stretch/>
        </p:blipFill>
        <p:spPr>
          <a:xfrm>
            <a:off x="6372224" y="1014412"/>
            <a:ext cx="2524125" cy="2543175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AF5CE9FB-3A4F-4A73-A206-F665F85FDC5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5759" t="33333" r="39577" b="29583"/>
          <a:stretch/>
        </p:blipFill>
        <p:spPr>
          <a:xfrm>
            <a:off x="6372224" y="3962400"/>
            <a:ext cx="2524125" cy="2543175"/>
          </a:xfrm>
          <a:prstGeom prst="rect">
            <a:avLst/>
          </a:prstGeom>
        </p:spPr>
      </p:pic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F420B43E-E780-47BC-AA0A-29B768E7A52F}"/>
              </a:ext>
            </a:extLst>
          </p:cNvPr>
          <p:cNvCxnSpPr/>
          <p:nvPr/>
        </p:nvCxnSpPr>
        <p:spPr>
          <a:xfrm flipV="1">
            <a:off x="4829175" y="2533650"/>
            <a:ext cx="1390650" cy="200025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AC49FD01-E8B3-4423-B50A-B8CDA202C8EC}"/>
              </a:ext>
            </a:extLst>
          </p:cNvPr>
          <p:cNvCxnSpPr>
            <a:cxnSpLocks/>
          </p:cNvCxnSpPr>
          <p:nvPr/>
        </p:nvCxnSpPr>
        <p:spPr>
          <a:xfrm>
            <a:off x="4793455" y="5305425"/>
            <a:ext cx="1302545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12C0E05-6615-4E75-91A4-EDEB8E965DDA}"/>
              </a:ext>
            </a:extLst>
          </p:cNvPr>
          <p:cNvSpPr txBox="1"/>
          <p:nvPr/>
        </p:nvSpPr>
        <p:spPr>
          <a:xfrm>
            <a:off x="4844652" y="4870489"/>
            <a:ext cx="1200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More cats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B0B43579-9540-4FF4-97A0-0E762AC9DD49}"/>
              </a:ext>
            </a:extLst>
          </p:cNvPr>
          <p:cNvSpPr txBox="1"/>
          <p:nvPr/>
        </p:nvSpPr>
        <p:spPr>
          <a:xfrm>
            <a:off x="4844652" y="1996024"/>
            <a:ext cx="1200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Cat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close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6860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4E84B34D-ECA9-4100-AAF3-F2DE937354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961" t="31340" r="39633" b="34983"/>
          <a:stretch/>
        </p:blipFill>
        <p:spPr>
          <a:xfrm>
            <a:off x="3909522" y="2149310"/>
            <a:ext cx="2293315" cy="2309567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83058946-517E-4F03-A731-A258C6A96E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960" t="31340" r="39634" b="34983"/>
          <a:stretch/>
        </p:blipFill>
        <p:spPr>
          <a:xfrm>
            <a:off x="7029794" y="2149310"/>
            <a:ext cx="2293315" cy="2309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857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4</Words>
  <Application>Microsoft Office PowerPoint</Application>
  <PresentationFormat>寬螢幕</PresentationFormat>
  <Paragraphs>2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Cheng-Yen Hua</dc:creator>
  <cp:lastModifiedBy>Cheng-Yen Hua</cp:lastModifiedBy>
  <cp:revision>8</cp:revision>
  <dcterms:created xsi:type="dcterms:W3CDTF">2026-04-25T13:54:55Z</dcterms:created>
  <dcterms:modified xsi:type="dcterms:W3CDTF">2026-04-27T08:47:01Z</dcterms:modified>
</cp:coreProperties>
</file>