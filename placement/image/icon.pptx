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2" r:id="rId11"/>
    <p:sldId id="266" r:id="rId12"/>
    <p:sldId id="268" r:id="rId13"/>
    <p:sldId id="269" r:id="rId14"/>
    <p:sldId id="270" r:id="rId15"/>
    <p:sldId id="267" r:id="rId16"/>
    <p:sldId id="273" r:id="rId17"/>
    <p:sldId id="274" r:id="rId18"/>
    <p:sldId id="275" r:id="rId19"/>
    <p:sldId id="278" r:id="rId20"/>
    <p:sldId id="277" r:id="rId21"/>
    <p:sldId id="271" r:id="rId22"/>
    <p:sldId id="272" r:id="rId23"/>
    <p:sldId id="279" r:id="rId24"/>
    <p:sldId id="280" r:id="rId25"/>
  </p:sldIdLst>
  <p:sldSz cx="4878388" cy="48783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格子圖案" id="{084CB961-4B87-4B04-83C8-9905B689650B}">
          <p14:sldIdLst>
            <p14:sldId id="256"/>
            <p14:sldId id="257"/>
            <p14:sldId id="258"/>
            <p14:sldId id="259"/>
            <p14:sldId id="260"/>
            <p14:sldId id="261"/>
            <p14:sldId id="263"/>
            <p14:sldId id="264"/>
            <p14:sldId id="265"/>
            <p14:sldId id="262"/>
            <p14:sldId id="266"/>
            <p14:sldId id="268"/>
            <p14:sldId id="269"/>
            <p14:sldId id="270"/>
            <p14:sldId id="267"/>
            <p14:sldId id="273"/>
            <p14:sldId id="274"/>
            <p14:sldId id="275"/>
            <p14:sldId id="278"/>
            <p14:sldId id="277"/>
          </p14:sldIdLst>
        </p14:section>
        <p14:section name="其他" id="{FBDF0352-6CAE-40C2-A894-A0B0DE8E1079}">
          <p14:sldIdLst>
            <p14:sldId id="271"/>
            <p14:sldId id="272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57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08" autoAdjust="0"/>
    <p:restoredTop sz="94660"/>
  </p:normalViewPr>
  <p:slideViewPr>
    <p:cSldViewPr snapToGrid="0">
      <p:cViewPr varScale="1">
        <p:scale>
          <a:sx n="143" d="100"/>
          <a:sy n="143" d="100"/>
        </p:scale>
        <p:origin x="261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879" y="798385"/>
            <a:ext cx="4146630" cy="1698402"/>
          </a:xfrm>
        </p:spPr>
        <p:txBody>
          <a:bodyPr anchor="b"/>
          <a:lstStyle>
            <a:lvl1pPr algn="ctr">
              <a:defRPr sz="3201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799" y="2562283"/>
            <a:ext cx="3658791" cy="1177814"/>
          </a:xfrm>
        </p:spPr>
        <p:txBody>
          <a:bodyPr/>
          <a:lstStyle>
            <a:lvl1pPr marL="0" indent="0" algn="ctr">
              <a:buNone/>
              <a:defRPr sz="1280"/>
            </a:lvl1pPr>
            <a:lvl2pPr marL="243916" indent="0" algn="ctr">
              <a:buNone/>
              <a:defRPr sz="1067"/>
            </a:lvl2pPr>
            <a:lvl3pPr marL="487832" indent="0" algn="ctr">
              <a:buNone/>
              <a:defRPr sz="960"/>
            </a:lvl3pPr>
            <a:lvl4pPr marL="731749" indent="0" algn="ctr">
              <a:buNone/>
              <a:defRPr sz="854"/>
            </a:lvl4pPr>
            <a:lvl5pPr marL="975665" indent="0" algn="ctr">
              <a:buNone/>
              <a:defRPr sz="854"/>
            </a:lvl5pPr>
            <a:lvl6pPr marL="1219581" indent="0" algn="ctr">
              <a:buNone/>
              <a:defRPr sz="854"/>
            </a:lvl6pPr>
            <a:lvl7pPr marL="1463497" indent="0" algn="ctr">
              <a:buNone/>
              <a:defRPr sz="854"/>
            </a:lvl7pPr>
            <a:lvl8pPr marL="1707413" indent="0" algn="ctr">
              <a:buNone/>
              <a:defRPr sz="854"/>
            </a:lvl8pPr>
            <a:lvl9pPr marL="1951330" indent="0" algn="ctr">
              <a:buNone/>
              <a:defRPr sz="854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CB715-313C-4E46-BF2A-274339ECD090}" type="datetimeFigureOut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94BF4-971D-48D5-B952-CC2ED835AC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7289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CB715-313C-4E46-BF2A-274339ECD090}" type="datetimeFigureOut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94BF4-971D-48D5-B952-CC2ED835AC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4131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48" y="1216210"/>
            <a:ext cx="4207610" cy="2029274"/>
          </a:xfrm>
        </p:spPr>
        <p:txBody>
          <a:bodyPr anchor="b"/>
          <a:lstStyle>
            <a:lvl1pPr>
              <a:defRPr sz="3201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2848" y="3264682"/>
            <a:ext cx="4207610" cy="1067147"/>
          </a:xfrm>
        </p:spPr>
        <p:txBody>
          <a:bodyPr/>
          <a:lstStyle>
            <a:lvl1pPr marL="0" indent="0">
              <a:buNone/>
              <a:defRPr sz="1280">
                <a:solidFill>
                  <a:schemeClr val="tx1"/>
                </a:solidFill>
              </a:defRPr>
            </a:lvl1pPr>
            <a:lvl2pPr marL="243916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2pPr>
            <a:lvl3pPr marL="487832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3pPr>
            <a:lvl4pPr marL="731749" indent="0">
              <a:buNone/>
              <a:defRPr sz="854">
                <a:solidFill>
                  <a:schemeClr val="tx1">
                    <a:tint val="75000"/>
                  </a:schemeClr>
                </a:solidFill>
              </a:defRPr>
            </a:lvl4pPr>
            <a:lvl5pPr marL="975665" indent="0">
              <a:buNone/>
              <a:defRPr sz="854">
                <a:solidFill>
                  <a:schemeClr val="tx1">
                    <a:tint val="75000"/>
                  </a:schemeClr>
                </a:solidFill>
              </a:defRPr>
            </a:lvl5pPr>
            <a:lvl6pPr marL="1219581" indent="0">
              <a:buNone/>
              <a:defRPr sz="854">
                <a:solidFill>
                  <a:schemeClr val="tx1">
                    <a:tint val="75000"/>
                  </a:schemeClr>
                </a:solidFill>
              </a:defRPr>
            </a:lvl6pPr>
            <a:lvl7pPr marL="1463497" indent="0">
              <a:buNone/>
              <a:defRPr sz="854">
                <a:solidFill>
                  <a:schemeClr val="tx1">
                    <a:tint val="75000"/>
                  </a:schemeClr>
                </a:solidFill>
              </a:defRPr>
            </a:lvl7pPr>
            <a:lvl8pPr marL="1707413" indent="0">
              <a:buNone/>
              <a:defRPr sz="854">
                <a:solidFill>
                  <a:schemeClr val="tx1">
                    <a:tint val="75000"/>
                  </a:schemeClr>
                </a:solidFill>
              </a:defRPr>
            </a:lvl8pPr>
            <a:lvl9pPr marL="1951330" indent="0">
              <a:buNone/>
              <a:defRPr sz="85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CB715-313C-4E46-BF2A-274339ECD090}" type="datetimeFigureOut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94BF4-971D-48D5-B952-CC2ED835AC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3479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5389" y="1298645"/>
            <a:ext cx="2073315" cy="309529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69684" y="1298645"/>
            <a:ext cx="2073315" cy="309529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CB715-313C-4E46-BF2A-274339ECD090}" type="datetimeFigureOut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94BF4-971D-48D5-B952-CC2ED835AC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893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024" y="259730"/>
            <a:ext cx="4207610" cy="94293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6025" y="1195883"/>
            <a:ext cx="2063786" cy="586084"/>
          </a:xfrm>
        </p:spPr>
        <p:txBody>
          <a:bodyPr anchor="b"/>
          <a:lstStyle>
            <a:lvl1pPr marL="0" indent="0">
              <a:buNone/>
              <a:defRPr sz="1280" b="1"/>
            </a:lvl1pPr>
            <a:lvl2pPr marL="243916" indent="0">
              <a:buNone/>
              <a:defRPr sz="1067" b="1"/>
            </a:lvl2pPr>
            <a:lvl3pPr marL="487832" indent="0">
              <a:buNone/>
              <a:defRPr sz="960" b="1"/>
            </a:lvl3pPr>
            <a:lvl4pPr marL="731749" indent="0">
              <a:buNone/>
              <a:defRPr sz="854" b="1"/>
            </a:lvl4pPr>
            <a:lvl5pPr marL="975665" indent="0">
              <a:buNone/>
              <a:defRPr sz="854" b="1"/>
            </a:lvl5pPr>
            <a:lvl6pPr marL="1219581" indent="0">
              <a:buNone/>
              <a:defRPr sz="854" b="1"/>
            </a:lvl6pPr>
            <a:lvl7pPr marL="1463497" indent="0">
              <a:buNone/>
              <a:defRPr sz="854" b="1"/>
            </a:lvl7pPr>
            <a:lvl8pPr marL="1707413" indent="0">
              <a:buNone/>
              <a:defRPr sz="854" b="1"/>
            </a:lvl8pPr>
            <a:lvl9pPr marL="1951330" indent="0">
              <a:buNone/>
              <a:defRPr sz="854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6025" y="1781967"/>
            <a:ext cx="2063786" cy="262100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69684" y="1195883"/>
            <a:ext cx="2073950" cy="586084"/>
          </a:xfrm>
        </p:spPr>
        <p:txBody>
          <a:bodyPr anchor="b"/>
          <a:lstStyle>
            <a:lvl1pPr marL="0" indent="0">
              <a:buNone/>
              <a:defRPr sz="1280" b="1"/>
            </a:lvl1pPr>
            <a:lvl2pPr marL="243916" indent="0">
              <a:buNone/>
              <a:defRPr sz="1067" b="1"/>
            </a:lvl2pPr>
            <a:lvl3pPr marL="487832" indent="0">
              <a:buNone/>
              <a:defRPr sz="960" b="1"/>
            </a:lvl3pPr>
            <a:lvl4pPr marL="731749" indent="0">
              <a:buNone/>
              <a:defRPr sz="854" b="1"/>
            </a:lvl4pPr>
            <a:lvl5pPr marL="975665" indent="0">
              <a:buNone/>
              <a:defRPr sz="854" b="1"/>
            </a:lvl5pPr>
            <a:lvl6pPr marL="1219581" indent="0">
              <a:buNone/>
              <a:defRPr sz="854" b="1"/>
            </a:lvl6pPr>
            <a:lvl7pPr marL="1463497" indent="0">
              <a:buNone/>
              <a:defRPr sz="854" b="1"/>
            </a:lvl7pPr>
            <a:lvl8pPr marL="1707413" indent="0">
              <a:buNone/>
              <a:defRPr sz="854" b="1"/>
            </a:lvl8pPr>
            <a:lvl9pPr marL="1951330" indent="0">
              <a:buNone/>
              <a:defRPr sz="854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469684" y="1781967"/>
            <a:ext cx="2073950" cy="262100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CB715-313C-4E46-BF2A-274339ECD090}" type="datetimeFigureOut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94BF4-971D-48D5-B952-CC2ED835AC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6542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CB715-313C-4E46-BF2A-274339ECD090}" type="datetimeFigureOut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94BF4-971D-48D5-B952-CC2ED835AC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1369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CB715-313C-4E46-BF2A-274339ECD090}" type="datetimeFigureOut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94BF4-971D-48D5-B952-CC2ED835AC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177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025" y="325226"/>
            <a:ext cx="1573407" cy="1138291"/>
          </a:xfrm>
        </p:spPr>
        <p:txBody>
          <a:bodyPr anchor="b"/>
          <a:lstStyle>
            <a:lvl1pPr>
              <a:defRPr sz="1707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3950" y="702399"/>
            <a:ext cx="2469684" cy="3466817"/>
          </a:xfrm>
        </p:spPr>
        <p:txBody>
          <a:bodyPr/>
          <a:lstStyle>
            <a:lvl1pPr>
              <a:defRPr sz="1707"/>
            </a:lvl1pPr>
            <a:lvl2pPr>
              <a:defRPr sz="1494"/>
            </a:lvl2pPr>
            <a:lvl3pPr>
              <a:defRPr sz="128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6025" y="1463516"/>
            <a:ext cx="1573407" cy="2711345"/>
          </a:xfrm>
        </p:spPr>
        <p:txBody>
          <a:bodyPr/>
          <a:lstStyle>
            <a:lvl1pPr marL="0" indent="0">
              <a:buNone/>
              <a:defRPr sz="854"/>
            </a:lvl1pPr>
            <a:lvl2pPr marL="243916" indent="0">
              <a:buNone/>
              <a:defRPr sz="747"/>
            </a:lvl2pPr>
            <a:lvl3pPr marL="487832" indent="0">
              <a:buNone/>
              <a:defRPr sz="640"/>
            </a:lvl3pPr>
            <a:lvl4pPr marL="731749" indent="0">
              <a:buNone/>
              <a:defRPr sz="534"/>
            </a:lvl4pPr>
            <a:lvl5pPr marL="975665" indent="0">
              <a:buNone/>
              <a:defRPr sz="534"/>
            </a:lvl5pPr>
            <a:lvl6pPr marL="1219581" indent="0">
              <a:buNone/>
              <a:defRPr sz="534"/>
            </a:lvl6pPr>
            <a:lvl7pPr marL="1463497" indent="0">
              <a:buNone/>
              <a:defRPr sz="534"/>
            </a:lvl7pPr>
            <a:lvl8pPr marL="1707413" indent="0">
              <a:buNone/>
              <a:defRPr sz="534"/>
            </a:lvl8pPr>
            <a:lvl9pPr marL="1951330" indent="0">
              <a:buNone/>
              <a:defRPr sz="534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CB715-313C-4E46-BF2A-274339ECD090}" type="datetimeFigureOut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94BF4-971D-48D5-B952-CC2ED835AC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7855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025" y="325226"/>
            <a:ext cx="1573407" cy="1138291"/>
          </a:xfrm>
        </p:spPr>
        <p:txBody>
          <a:bodyPr anchor="b"/>
          <a:lstStyle>
            <a:lvl1pPr>
              <a:defRPr sz="1707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073950" y="702399"/>
            <a:ext cx="2469684" cy="3466817"/>
          </a:xfrm>
        </p:spPr>
        <p:txBody>
          <a:bodyPr anchor="t"/>
          <a:lstStyle>
            <a:lvl1pPr marL="0" indent="0">
              <a:buNone/>
              <a:defRPr sz="1707"/>
            </a:lvl1pPr>
            <a:lvl2pPr marL="243916" indent="0">
              <a:buNone/>
              <a:defRPr sz="1494"/>
            </a:lvl2pPr>
            <a:lvl3pPr marL="487832" indent="0">
              <a:buNone/>
              <a:defRPr sz="1280"/>
            </a:lvl3pPr>
            <a:lvl4pPr marL="731749" indent="0">
              <a:buNone/>
              <a:defRPr sz="1067"/>
            </a:lvl4pPr>
            <a:lvl5pPr marL="975665" indent="0">
              <a:buNone/>
              <a:defRPr sz="1067"/>
            </a:lvl5pPr>
            <a:lvl6pPr marL="1219581" indent="0">
              <a:buNone/>
              <a:defRPr sz="1067"/>
            </a:lvl6pPr>
            <a:lvl7pPr marL="1463497" indent="0">
              <a:buNone/>
              <a:defRPr sz="1067"/>
            </a:lvl7pPr>
            <a:lvl8pPr marL="1707413" indent="0">
              <a:buNone/>
              <a:defRPr sz="1067"/>
            </a:lvl8pPr>
            <a:lvl9pPr marL="1951330" indent="0">
              <a:buNone/>
              <a:defRPr sz="1067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6025" y="1463516"/>
            <a:ext cx="1573407" cy="2711345"/>
          </a:xfrm>
        </p:spPr>
        <p:txBody>
          <a:bodyPr/>
          <a:lstStyle>
            <a:lvl1pPr marL="0" indent="0">
              <a:buNone/>
              <a:defRPr sz="854"/>
            </a:lvl1pPr>
            <a:lvl2pPr marL="243916" indent="0">
              <a:buNone/>
              <a:defRPr sz="747"/>
            </a:lvl2pPr>
            <a:lvl3pPr marL="487832" indent="0">
              <a:buNone/>
              <a:defRPr sz="640"/>
            </a:lvl3pPr>
            <a:lvl4pPr marL="731749" indent="0">
              <a:buNone/>
              <a:defRPr sz="534"/>
            </a:lvl4pPr>
            <a:lvl5pPr marL="975665" indent="0">
              <a:buNone/>
              <a:defRPr sz="534"/>
            </a:lvl5pPr>
            <a:lvl6pPr marL="1219581" indent="0">
              <a:buNone/>
              <a:defRPr sz="534"/>
            </a:lvl6pPr>
            <a:lvl7pPr marL="1463497" indent="0">
              <a:buNone/>
              <a:defRPr sz="534"/>
            </a:lvl7pPr>
            <a:lvl8pPr marL="1707413" indent="0">
              <a:buNone/>
              <a:defRPr sz="534"/>
            </a:lvl8pPr>
            <a:lvl9pPr marL="1951330" indent="0">
              <a:buNone/>
              <a:defRPr sz="534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CB715-313C-4E46-BF2A-274339ECD090}" type="datetimeFigureOut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94BF4-971D-48D5-B952-CC2ED835AC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7316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CB715-313C-4E46-BF2A-274339ECD090}" type="datetimeFigureOut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94BF4-971D-48D5-B952-CC2ED835AC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8822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491097" y="259729"/>
            <a:ext cx="1051902" cy="413420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5390" y="259729"/>
            <a:ext cx="3094727" cy="413420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CB715-313C-4E46-BF2A-274339ECD090}" type="datetimeFigureOut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94BF4-971D-48D5-B952-CC2ED835AC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46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89" y="259730"/>
            <a:ext cx="4207610" cy="9429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89" y="1298645"/>
            <a:ext cx="4207610" cy="30952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5389" y="4521544"/>
            <a:ext cx="1097637" cy="2597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0CB715-313C-4E46-BF2A-274339ECD090}" type="datetimeFigureOut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15966" y="4521544"/>
            <a:ext cx="1646456" cy="2597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445362" y="4521544"/>
            <a:ext cx="1097637" cy="2597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94BF4-971D-48D5-B952-CC2ED835AC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8481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87832" rtl="0" eaLnBrk="1" latinLnBrk="0" hangingPunct="1">
        <a:lnSpc>
          <a:spcPct val="90000"/>
        </a:lnSpc>
        <a:spcBef>
          <a:spcPct val="0"/>
        </a:spcBef>
        <a:buNone/>
        <a:defRPr sz="234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1958" indent="-121958" algn="l" defTabSz="487832" rtl="0" eaLnBrk="1" latinLnBrk="0" hangingPunct="1">
        <a:lnSpc>
          <a:spcPct val="90000"/>
        </a:lnSpc>
        <a:spcBef>
          <a:spcPts val="534"/>
        </a:spcBef>
        <a:buFont typeface="Arial" panose="020B0604020202020204" pitchFamily="34" charset="0"/>
        <a:buChar char="•"/>
        <a:defRPr sz="1494" kern="1200">
          <a:solidFill>
            <a:schemeClr val="tx1"/>
          </a:solidFill>
          <a:latin typeface="+mn-lt"/>
          <a:ea typeface="+mn-ea"/>
          <a:cs typeface="+mn-cs"/>
        </a:defRPr>
      </a:lvl1pPr>
      <a:lvl2pPr marL="365874" indent="-121958" algn="l" defTabSz="487832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2pPr>
      <a:lvl3pPr marL="609791" indent="-121958" algn="l" defTabSz="487832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1067" kern="1200">
          <a:solidFill>
            <a:schemeClr val="tx1"/>
          </a:solidFill>
          <a:latin typeface="+mn-lt"/>
          <a:ea typeface="+mn-ea"/>
          <a:cs typeface="+mn-cs"/>
        </a:defRPr>
      </a:lvl3pPr>
      <a:lvl4pPr marL="853707" indent="-121958" algn="l" defTabSz="487832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4pPr>
      <a:lvl5pPr marL="1097623" indent="-121958" algn="l" defTabSz="487832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5pPr>
      <a:lvl6pPr marL="1341539" indent="-121958" algn="l" defTabSz="487832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6pPr>
      <a:lvl7pPr marL="1585455" indent="-121958" algn="l" defTabSz="487832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7pPr>
      <a:lvl8pPr marL="1829372" indent="-121958" algn="l" defTabSz="487832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8pPr>
      <a:lvl9pPr marL="2073288" indent="-121958" algn="l" defTabSz="487832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7832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1pPr>
      <a:lvl2pPr marL="243916" algn="l" defTabSz="487832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87832" algn="l" defTabSz="487832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3pPr>
      <a:lvl4pPr marL="731749" algn="l" defTabSz="487832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4pPr>
      <a:lvl5pPr marL="975665" algn="l" defTabSz="487832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5pPr>
      <a:lvl6pPr marL="1219581" algn="l" defTabSz="487832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6pPr>
      <a:lvl7pPr marL="1463497" algn="l" defTabSz="487832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7pPr>
      <a:lvl8pPr marL="1707413" algn="l" defTabSz="487832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8pPr>
      <a:lvl9pPr marL="1951330" algn="l" defTabSz="487832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12DC1008-3F4F-42C9-9009-40A08A51B813}"/>
              </a:ext>
            </a:extLst>
          </p:cNvPr>
          <p:cNvSpPr/>
          <p:nvPr/>
        </p:nvSpPr>
        <p:spPr>
          <a:xfrm>
            <a:off x="0" y="0"/>
            <a:ext cx="4878388" cy="4878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3DAE217-AE6A-4A64-A7A1-8B247BA787CE}"/>
              </a:ext>
            </a:extLst>
          </p:cNvPr>
          <p:cNvSpPr/>
          <p:nvPr/>
        </p:nvSpPr>
        <p:spPr>
          <a:xfrm>
            <a:off x="166861" y="3123643"/>
            <a:ext cx="580678" cy="1561822"/>
          </a:xfrm>
          <a:prstGeom prst="rect">
            <a:avLst/>
          </a:prstGeom>
          <a:solidFill>
            <a:srgbClr val="C00000"/>
          </a:solidFill>
          <a:ln w="184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0BEE9C2-3D5D-4448-9BED-A1C33740CC0A}"/>
              </a:ext>
            </a:extLst>
          </p:cNvPr>
          <p:cNvSpPr/>
          <p:nvPr/>
        </p:nvSpPr>
        <p:spPr>
          <a:xfrm>
            <a:off x="1134657" y="2342733"/>
            <a:ext cx="580678" cy="2342732"/>
          </a:xfrm>
          <a:prstGeom prst="rect">
            <a:avLst/>
          </a:prstGeom>
          <a:solidFill>
            <a:srgbClr val="C00000"/>
          </a:solidFill>
          <a:ln w="184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522E37E-C4C6-4AD4-A7FD-053CCF350AA8}"/>
              </a:ext>
            </a:extLst>
          </p:cNvPr>
          <p:cNvSpPr/>
          <p:nvPr/>
        </p:nvSpPr>
        <p:spPr>
          <a:xfrm>
            <a:off x="2148855" y="1555147"/>
            <a:ext cx="580678" cy="3130318"/>
          </a:xfrm>
          <a:prstGeom prst="rect">
            <a:avLst/>
          </a:prstGeom>
          <a:solidFill>
            <a:srgbClr val="C00000"/>
          </a:solidFill>
          <a:ln w="184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8801EA2-664E-4BE2-8392-9DA482C1ED95}"/>
              </a:ext>
            </a:extLst>
          </p:cNvPr>
          <p:cNvSpPr/>
          <p:nvPr/>
        </p:nvSpPr>
        <p:spPr>
          <a:xfrm>
            <a:off x="3163053" y="881028"/>
            <a:ext cx="580678" cy="3804437"/>
          </a:xfrm>
          <a:prstGeom prst="rect">
            <a:avLst/>
          </a:prstGeom>
          <a:solidFill>
            <a:srgbClr val="C00000"/>
          </a:solidFill>
          <a:ln w="184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7DE6EA8-7A49-41BE-87AC-657933A572A8}"/>
              </a:ext>
            </a:extLst>
          </p:cNvPr>
          <p:cNvSpPr/>
          <p:nvPr/>
        </p:nvSpPr>
        <p:spPr>
          <a:xfrm>
            <a:off x="4130849" y="240280"/>
            <a:ext cx="580678" cy="4445185"/>
          </a:xfrm>
          <a:prstGeom prst="rect">
            <a:avLst/>
          </a:prstGeom>
          <a:solidFill>
            <a:srgbClr val="C00000"/>
          </a:solidFill>
          <a:ln w="184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20463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32C2F264-9605-41AC-BC9B-899E86D4B122}"/>
              </a:ext>
            </a:extLst>
          </p:cNvPr>
          <p:cNvSpPr/>
          <p:nvPr/>
        </p:nvSpPr>
        <p:spPr>
          <a:xfrm>
            <a:off x="0" y="0"/>
            <a:ext cx="4878388" cy="4878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3DAE217-AE6A-4A64-A7A1-8B247BA787CE}"/>
              </a:ext>
            </a:extLst>
          </p:cNvPr>
          <p:cNvSpPr/>
          <p:nvPr/>
        </p:nvSpPr>
        <p:spPr>
          <a:xfrm>
            <a:off x="166861" y="3123643"/>
            <a:ext cx="580678" cy="1561822"/>
          </a:xfrm>
          <a:prstGeom prst="rect">
            <a:avLst/>
          </a:prstGeom>
          <a:solidFill>
            <a:srgbClr val="FFC000"/>
          </a:solidFill>
          <a:ln w="184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0BEE9C2-3D5D-4448-9BED-A1C33740CC0A}"/>
              </a:ext>
            </a:extLst>
          </p:cNvPr>
          <p:cNvSpPr/>
          <p:nvPr/>
        </p:nvSpPr>
        <p:spPr>
          <a:xfrm>
            <a:off x="1134657" y="2342733"/>
            <a:ext cx="580678" cy="2342732"/>
          </a:xfrm>
          <a:prstGeom prst="rect">
            <a:avLst/>
          </a:prstGeom>
          <a:solidFill>
            <a:srgbClr val="FFC000"/>
          </a:solidFill>
          <a:ln w="184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522E37E-C4C6-4AD4-A7FD-053CCF350AA8}"/>
              </a:ext>
            </a:extLst>
          </p:cNvPr>
          <p:cNvSpPr/>
          <p:nvPr/>
        </p:nvSpPr>
        <p:spPr>
          <a:xfrm>
            <a:off x="2148855" y="1555147"/>
            <a:ext cx="580678" cy="3130318"/>
          </a:xfrm>
          <a:prstGeom prst="rect">
            <a:avLst/>
          </a:prstGeom>
          <a:solidFill>
            <a:srgbClr val="FFC000"/>
          </a:solidFill>
          <a:ln w="184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8801EA2-664E-4BE2-8392-9DA482C1ED95}"/>
              </a:ext>
            </a:extLst>
          </p:cNvPr>
          <p:cNvSpPr/>
          <p:nvPr/>
        </p:nvSpPr>
        <p:spPr>
          <a:xfrm>
            <a:off x="3163053" y="881028"/>
            <a:ext cx="580678" cy="3804437"/>
          </a:xfrm>
          <a:prstGeom prst="rect">
            <a:avLst/>
          </a:prstGeom>
          <a:solidFill>
            <a:srgbClr val="FFC000"/>
          </a:solidFill>
          <a:ln w="184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EDDE763-54D5-47A2-8B06-650F3C2A496E}"/>
              </a:ext>
            </a:extLst>
          </p:cNvPr>
          <p:cNvSpPr/>
          <p:nvPr/>
        </p:nvSpPr>
        <p:spPr>
          <a:xfrm>
            <a:off x="4130849" y="240280"/>
            <a:ext cx="580678" cy="4445185"/>
          </a:xfrm>
          <a:prstGeom prst="rect">
            <a:avLst/>
          </a:prstGeom>
          <a:solidFill>
            <a:schemeClr val="bg1"/>
          </a:solidFill>
          <a:ln w="1841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42062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4D0FBFE9-667F-4092-8FD7-47A426C64789}"/>
              </a:ext>
            </a:extLst>
          </p:cNvPr>
          <p:cNvSpPr/>
          <p:nvPr/>
        </p:nvSpPr>
        <p:spPr>
          <a:xfrm>
            <a:off x="0" y="0"/>
            <a:ext cx="4878388" cy="4878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3DAE217-AE6A-4A64-A7A1-8B247BA787CE}"/>
              </a:ext>
            </a:extLst>
          </p:cNvPr>
          <p:cNvSpPr/>
          <p:nvPr/>
        </p:nvSpPr>
        <p:spPr>
          <a:xfrm>
            <a:off x="166861" y="3123643"/>
            <a:ext cx="580678" cy="1561822"/>
          </a:xfrm>
          <a:prstGeom prst="rect">
            <a:avLst/>
          </a:prstGeom>
          <a:solidFill>
            <a:srgbClr val="92D050"/>
          </a:solidFill>
          <a:ln w="184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0BEE9C2-3D5D-4448-9BED-A1C33740CC0A}"/>
              </a:ext>
            </a:extLst>
          </p:cNvPr>
          <p:cNvSpPr/>
          <p:nvPr/>
        </p:nvSpPr>
        <p:spPr>
          <a:xfrm>
            <a:off x="1134657" y="2342733"/>
            <a:ext cx="580678" cy="2342732"/>
          </a:xfrm>
          <a:prstGeom prst="rect">
            <a:avLst/>
          </a:prstGeom>
          <a:solidFill>
            <a:srgbClr val="92D050"/>
          </a:solidFill>
          <a:ln w="184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522E37E-C4C6-4AD4-A7FD-053CCF350AA8}"/>
              </a:ext>
            </a:extLst>
          </p:cNvPr>
          <p:cNvSpPr/>
          <p:nvPr/>
        </p:nvSpPr>
        <p:spPr>
          <a:xfrm>
            <a:off x="2148855" y="1555147"/>
            <a:ext cx="580678" cy="3130318"/>
          </a:xfrm>
          <a:prstGeom prst="rect">
            <a:avLst/>
          </a:prstGeom>
          <a:solidFill>
            <a:srgbClr val="92D050"/>
          </a:solidFill>
          <a:ln w="184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3BFC8DF-075F-469D-9C04-10249A9DF76D}"/>
              </a:ext>
            </a:extLst>
          </p:cNvPr>
          <p:cNvSpPr/>
          <p:nvPr/>
        </p:nvSpPr>
        <p:spPr>
          <a:xfrm>
            <a:off x="3163053" y="881028"/>
            <a:ext cx="580678" cy="3804437"/>
          </a:xfrm>
          <a:prstGeom prst="rect">
            <a:avLst/>
          </a:prstGeom>
          <a:solidFill>
            <a:schemeClr val="bg1"/>
          </a:solidFill>
          <a:ln w="1841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21A6965-2124-4877-8004-0C6F08072282}"/>
              </a:ext>
            </a:extLst>
          </p:cNvPr>
          <p:cNvSpPr/>
          <p:nvPr/>
        </p:nvSpPr>
        <p:spPr>
          <a:xfrm>
            <a:off x="4130849" y="240280"/>
            <a:ext cx="580678" cy="4445185"/>
          </a:xfrm>
          <a:prstGeom prst="rect">
            <a:avLst/>
          </a:prstGeom>
          <a:solidFill>
            <a:schemeClr val="bg1"/>
          </a:solidFill>
          <a:ln w="1841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26657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3CD10148-A0DF-4775-95C5-B9AC93207F14}"/>
              </a:ext>
            </a:extLst>
          </p:cNvPr>
          <p:cNvSpPr/>
          <p:nvPr/>
        </p:nvSpPr>
        <p:spPr>
          <a:xfrm>
            <a:off x="0" y="0"/>
            <a:ext cx="4878388" cy="4878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3DAE217-AE6A-4A64-A7A1-8B247BA787CE}"/>
              </a:ext>
            </a:extLst>
          </p:cNvPr>
          <p:cNvSpPr/>
          <p:nvPr/>
        </p:nvSpPr>
        <p:spPr>
          <a:xfrm>
            <a:off x="166861" y="3123643"/>
            <a:ext cx="580678" cy="1561822"/>
          </a:xfrm>
          <a:prstGeom prst="rect">
            <a:avLst/>
          </a:prstGeom>
          <a:solidFill>
            <a:srgbClr val="00B0F0"/>
          </a:solidFill>
          <a:ln w="184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0BEE9C2-3D5D-4448-9BED-A1C33740CC0A}"/>
              </a:ext>
            </a:extLst>
          </p:cNvPr>
          <p:cNvSpPr/>
          <p:nvPr/>
        </p:nvSpPr>
        <p:spPr>
          <a:xfrm>
            <a:off x="1134657" y="2342733"/>
            <a:ext cx="580678" cy="2342732"/>
          </a:xfrm>
          <a:prstGeom prst="rect">
            <a:avLst/>
          </a:prstGeom>
          <a:solidFill>
            <a:srgbClr val="00B0F0"/>
          </a:solidFill>
          <a:ln w="184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62B251A-3D0F-4235-B8C4-366F9B9EE76E}"/>
              </a:ext>
            </a:extLst>
          </p:cNvPr>
          <p:cNvSpPr/>
          <p:nvPr/>
        </p:nvSpPr>
        <p:spPr>
          <a:xfrm>
            <a:off x="2148855" y="1555147"/>
            <a:ext cx="580678" cy="3130318"/>
          </a:xfrm>
          <a:prstGeom prst="rect">
            <a:avLst/>
          </a:prstGeom>
          <a:solidFill>
            <a:schemeClr val="bg1"/>
          </a:solidFill>
          <a:ln w="1841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21ACCD2-CEB8-4042-9B3E-6B74082424A3}"/>
              </a:ext>
            </a:extLst>
          </p:cNvPr>
          <p:cNvSpPr/>
          <p:nvPr/>
        </p:nvSpPr>
        <p:spPr>
          <a:xfrm>
            <a:off x="3163053" y="881028"/>
            <a:ext cx="580678" cy="3804437"/>
          </a:xfrm>
          <a:prstGeom prst="rect">
            <a:avLst/>
          </a:prstGeom>
          <a:solidFill>
            <a:schemeClr val="bg1"/>
          </a:solidFill>
          <a:ln w="1841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8A03CEE-A620-45E5-B078-9F10F9E448E3}"/>
              </a:ext>
            </a:extLst>
          </p:cNvPr>
          <p:cNvSpPr/>
          <p:nvPr/>
        </p:nvSpPr>
        <p:spPr>
          <a:xfrm>
            <a:off x="4130849" y="240280"/>
            <a:ext cx="580678" cy="4445185"/>
          </a:xfrm>
          <a:prstGeom prst="rect">
            <a:avLst/>
          </a:prstGeom>
          <a:solidFill>
            <a:schemeClr val="bg1"/>
          </a:solidFill>
          <a:ln w="1841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26176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3DAE217-AE6A-4A64-A7A1-8B247BA787CE}"/>
              </a:ext>
            </a:extLst>
          </p:cNvPr>
          <p:cNvSpPr/>
          <p:nvPr/>
        </p:nvSpPr>
        <p:spPr>
          <a:xfrm>
            <a:off x="166861" y="3123643"/>
            <a:ext cx="580678" cy="1561822"/>
          </a:xfrm>
          <a:prstGeom prst="rect">
            <a:avLst/>
          </a:prstGeom>
          <a:solidFill>
            <a:srgbClr val="9A57CD"/>
          </a:solidFill>
          <a:ln w="184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0ED0DC1-6364-494F-9C05-51CA195EBE48}"/>
              </a:ext>
            </a:extLst>
          </p:cNvPr>
          <p:cNvSpPr/>
          <p:nvPr/>
        </p:nvSpPr>
        <p:spPr>
          <a:xfrm>
            <a:off x="0" y="0"/>
            <a:ext cx="4878388" cy="4878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08E4D96-CB73-4519-8FC9-7545F4F1C146}"/>
              </a:ext>
            </a:extLst>
          </p:cNvPr>
          <p:cNvSpPr/>
          <p:nvPr/>
        </p:nvSpPr>
        <p:spPr>
          <a:xfrm>
            <a:off x="1134657" y="2342733"/>
            <a:ext cx="580678" cy="2342732"/>
          </a:xfrm>
          <a:prstGeom prst="rect">
            <a:avLst/>
          </a:prstGeom>
          <a:solidFill>
            <a:schemeClr val="bg1"/>
          </a:solidFill>
          <a:ln w="1841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58A8B5E-0F89-4C29-B197-76B831149E6E}"/>
              </a:ext>
            </a:extLst>
          </p:cNvPr>
          <p:cNvSpPr/>
          <p:nvPr/>
        </p:nvSpPr>
        <p:spPr>
          <a:xfrm>
            <a:off x="2148855" y="1555147"/>
            <a:ext cx="580678" cy="3130318"/>
          </a:xfrm>
          <a:prstGeom prst="rect">
            <a:avLst/>
          </a:prstGeom>
          <a:solidFill>
            <a:schemeClr val="bg1"/>
          </a:solidFill>
          <a:ln w="1841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81C49D7-8B14-4319-893A-763BAA0D95C7}"/>
              </a:ext>
            </a:extLst>
          </p:cNvPr>
          <p:cNvSpPr/>
          <p:nvPr/>
        </p:nvSpPr>
        <p:spPr>
          <a:xfrm>
            <a:off x="3163053" y="881028"/>
            <a:ext cx="580678" cy="3804437"/>
          </a:xfrm>
          <a:prstGeom prst="rect">
            <a:avLst/>
          </a:prstGeom>
          <a:solidFill>
            <a:schemeClr val="bg1"/>
          </a:solidFill>
          <a:ln w="1841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57EA558-BBB8-4BAA-BEAE-029B81F8B156}"/>
              </a:ext>
            </a:extLst>
          </p:cNvPr>
          <p:cNvSpPr/>
          <p:nvPr/>
        </p:nvSpPr>
        <p:spPr>
          <a:xfrm>
            <a:off x="4130849" y="240280"/>
            <a:ext cx="580678" cy="4445185"/>
          </a:xfrm>
          <a:prstGeom prst="rect">
            <a:avLst/>
          </a:prstGeom>
          <a:solidFill>
            <a:schemeClr val="bg1"/>
          </a:solidFill>
          <a:ln w="1841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79616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7C6BA47-136E-4ECC-9EB4-371176DCD2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" y="1099"/>
            <a:ext cx="4876190" cy="48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476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7C6BA47-136E-4ECC-9EB4-371176DCD2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4" r="50022" b="60466"/>
          <a:stretch/>
        </p:blipFill>
        <p:spPr>
          <a:xfrm>
            <a:off x="1099" y="0"/>
            <a:ext cx="2436996" cy="1928917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7BD7F603-B8D7-4E87-9F47-674D5CF9D48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22" b="60442"/>
          <a:stretch/>
        </p:blipFill>
        <p:spPr>
          <a:xfrm>
            <a:off x="2439194" y="0"/>
            <a:ext cx="2436996" cy="1928917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FA6D28E8-9FD4-47AA-8A2F-B590E36D089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535"/>
          <a:stretch/>
        </p:blipFill>
        <p:spPr>
          <a:xfrm>
            <a:off x="0" y="1928917"/>
            <a:ext cx="4876190" cy="2948372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8F9C11E2-DF12-4A67-895B-9C1F2E15BB89}"/>
              </a:ext>
            </a:extLst>
          </p:cNvPr>
          <p:cNvSpPr/>
          <p:nvPr/>
        </p:nvSpPr>
        <p:spPr>
          <a:xfrm rot="13692307">
            <a:off x="238088" y="912069"/>
            <a:ext cx="447980" cy="471170"/>
          </a:xfrm>
          <a:custGeom>
            <a:avLst/>
            <a:gdLst>
              <a:gd name="connsiteX0" fmla="*/ 0 w 388620"/>
              <a:gd name="connsiteY0" fmla="*/ 0 h 320040"/>
              <a:gd name="connsiteX1" fmla="*/ 388620 w 388620"/>
              <a:gd name="connsiteY1" fmla="*/ 0 h 320040"/>
              <a:gd name="connsiteX2" fmla="*/ 388620 w 388620"/>
              <a:gd name="connsiteY2" fmla="*/ 320040 h 320040"/>
              <a:gd name="connsiteX3" fmla="*/ 0 w 388620"/>
              <a:gd name="connsiteY3" fmla="*/ 320040 h 320040"/>
              <a:gd name="connsiteX4" fmla="*/ 0 w 388620"/>
              <a:gd name="connsiteY4" fmla="*/ 0 h 320040"/>
              <a:gd name="connsiteX0" fmla="*/ 0 w 388620"/>
              <a:gd name="connsiteY0" fmla="*/ 123825 h 443865"/>
              <a:gd name="connsiteX1" fmla="*/ 331470 w 388620"/>
              <a:gd name="connsiteY1" fmla="*/ 0 h 443865"/>
              <a:gd name="connsiteX2" fmla="*/ 388620 w 388620"/>
              <a:gd name="connsiteY2" fmla="*/ 443865 h 443865"/>
              <a:gd name="connsiteX3" fmla="*/ 0 w 388620"/>
              <a:gd name="connsiteY3" fmla="*/ 443865 h 443865"/>
              <a:gd name="connsiteX4" fmla="*/ 0 w 388620"/>
              <a:gd name="connsiteY4" fmla="*/ 123825 h 443865"/>
              <a:gd name="connsiteX0" fmla="*/ 0 w 474345"/>
              <a:gd name="connsiteY0" fmla="*/ 123825 h 443865"/>
              <a:gd name="connsiteX1" fmla="*/ 331470 w 474345"/>
              <a:gd name="connsiteY1" fmla="*/ 0 h 443865"/>
              <a:gd name="connsiteX2" fmla="*/ 474345 w 474345"/>
              <a:gd name="connsiteY2" fmla="*/ 351790 h 443865"/>
              <a:gd name="connsiteX3" fmla="*/ 0 w 474345"/>
              <a:gd name="connsiteY3" fmla="*/ 443865 h 443865"/>
              <a:gd name="connsiteX4" fmla="*/ 0 w 474345"/>
              <a:gd name="connsiteY4" fmla="*/ 123825 h 443865"/>
              <a:gd name="connsiteX0" fmla="*/ 0 w 474345"/>
              <a:gd name="connsiteY0" fmla="*/ 123825 h 443865"/>
              <a:gd name="connsiteX1" fmla="*/ 331470 w 474345"/>
              <a:gd name="connsiteY1" fmla="*/ 0 h 443865"/>
              <a:gd name="connsiteX2" fmla="*/ 474345 w 474345"/>
              <a:gd name="connsiteY2" fmla="*/ 351790 h 443865"/>
              <a:gd name="connsiteX3" fmla="*/ 273050 w 474345"/>
              <a:gd name="connsiteY3" fmla="*/ 394971 h 443865"/>
              <a:gd name="connsiteX4" fmla="*/ 0 w 474345"/>
              <a:gd name="connsiteY4" fmla="*/ 443865 h 443865"/>
              <a:gd name="connsiteX5" fmla="*/ 0 w 474345"/>
              <a:gd name="connsiteY5" fmla="*/ 123825 h 443865"/>
              <a:gd name="connsiteX0" fmla="*/ 0 w 474345"/>
              <a:gd name="connsiteY0" fmla="*/ 123825 h 556896"/>
              <a:gd name="connsiteX1" fmla="*/ 331470 w 474345"/>
              <a:gd name="connsiteY1" fmla="*/ 0 h 556896"/>
              <a:gd name="connsiteX2" fmla="*/ 474345 w 474345"/>
              <a:gd name="connsiteY2" fmla="*/ 351790 h 556896"/>
              <a:gd name="connsiteX3" fmla="*/ 266700 w 474345"/>
              <a:gd name="connsiteY3" fmla="*/ 556896 h 556896"/>
              <a:gd name="connsiteX4" fmla="*/ 0 w 474345"/>
              <a:gd name="connsiteY4" fmla="*/ 443865 h 556896"/>
              <a:gd name="connsiteX5" fmla="*/ 0 w 474345"/>
              <a:gd name="connsiteY5" fmla="*/ 123825 h 556896"/>
              <a:gd name="connsiteX0" fmla="*/ 0 w 474345"/>
              <a:gd name="connsiteY0" fmla="*/ 123825 h 585471"/>
              <a:gd name="connsiteX1" fmla="*/ 331470 w 474345"/>
              <a:gd name="connsiteY1" fmla="*/ 0 h 585471"/>
              <a:gd name="connsiteX2" fmla="*/ 474345 w 474345"/>
              <a:gd name="connsiteY2" fmla="*/ 351790 h 585471"/>
              <a:gd name="connsiteX3" fmla="*/ 282575 w 474345"/>
              <a:gd name="connsiteY3" fmla="*/ 585471 h 585471"/>
              <a:gd name="connsiteX4" fmla="*/ 0 w 474345"/>
              <a:gd name="connsiteY4" fmla="*/ 443865 h 585471"/>
              <a:gd name="connsiteX5" fmla="*/ 0 w 474345"/>
              <a:gd name="connsiteY5" fmla="*/ 123825 h 585471"/>
              <a:gd name="connsiteX0" fmla="*/ 0 w 353695"/>
              <a:gd name="connsiteY0" fmla="*/ 123825 h 585471"/>
              <a:gd name="connsiteX1" fmla="*/ 331470 w 353695"/>
              <a:gd name="connsiteY1" fmla="*/ 0 h 585471"/>
              <a:gd name="connsiteX2" fmla="*/ 353695 w 353695"/>
              <a:gd name="connsiteY2" fmla="*/ 354965 h 585471"/>
              <a:gd name="connsiteX3" fmla="*/ 282575 w 353695"/>
              <a:gd name="connsiteY3" fmla="*/ 585471 h 585471"/>
              <a:gd name="connsiteX4" fmla="*/ 0 w 353695"/>
              <a:gd name="connsiteY4" fmla="*/ 443865 h 585471"/>
              <a:gd name="connsiteX5" fmla="*/ 0 w 353695"/>
              <a:gd name="connsiteY5" fmla="*/ 123825 h 585471"/>
              <a:gd name="connsiteX0" fmla="*/ 0 w 353695"/>
              <a:gd name="connsiteY0" fmla="*/ 88900 h 550546"/>
              <a:gd name="connsiteX1" fmla="*/ 283845 w 353695"/>
              <a:gd name="connsiteY1" fmla="*/ 0 h 550546"/>
              <a:gd name="connsiteX2" fmla="*/ 353695 w 353695"/>
              <a:gd name="connsiteY2" fmla="*/ 320040 h 550546"/>
              <a:gd name="connsiteX3" fmla="*/ 282575 w 353695"/>
              <a:gd name="connsiteY3" fmla="*/ 550546 h 550546"/>
              <a:gd name="connsiteX4" fmla="*/ 0 w 353695"/>
              <a:gd name="connsiteY4" fmla="*/ 408940 h 550546"/>
              <a:gd name="connsiteX5" fmla="*/ 0 w 353695"/>
              <a:gd name="connsiteY5" fmla="*/ 88900 h 550546"/>
              <a:gd name="connsiteX0" fmla="*/ 0 w 375920"/>
              <a:gd name="connsiteY0" fmla="*/ 88900 h 550546"/>
              <a:gd name="connsiteX1" fmla="*/ 283845 w 375920"/>
              <a:gd name="connsiteY1" fmla="*/ 0 h 550546"/>
              <a:gd name="connsiteX2" fmla="*/ 375920 w 375920"/>
              <a:gd name="connsiteY2" fmla="*/ 199390 h 550546"/>
              <a:gd name="connsiteX3" fmla="*/ 282575 w 375920"/>
              <a:gd name="connsiteY3" fmla="*/ 550546 h 550546"/>
              <a:gd name="connsiteX4" fmla="*/ 0 w 375920"/>
              <a:gd name="connsiteY4" fmla="*/ 408940 h 550546"/>
              <a:gd name="connsiteX5" fmla="*/ 0 w 375920"/>
              <a:gd name="connsiteY5" fmla="*/ 88900 h 550546"/>
              <a:gd name="connsiteX0" fmla="*/ 0 w 375920"/>
              <a:gd name="connsiteY0" fmla="*/ 88900 h 414021"/>
              <a:gd name="connsiteX1" fmla="*/ 283845 w 375920"/>
              <a:gd name="connsiteY1" fmla="*/ 0 h 414021"/>
              <a:gd name="connsiteX2" fmla="*/ 375920 w 375920"/>
              <a:gd name="connsiteY2" fmla="*/ 199390 h 414021"/>
              <a:gd name="connsiteX3" fmla="*/ 263525 w 375920"/>
              <a:gd name="connsiteY3" fmla="*/ 414021 h 414021"/>
              <a:gd name="connsiteX4" fmla="*/ 0 w 375920"/>
              <a:gd name="connsiteY4" fmla="*/ 408940 h 414021"/>
              <a:gd name="connsiteX5" fmla="*/ 0 w 375920"/>
              <a:gd name="connsiteY5" fmla="*/ 88900 h 414021"/>
              <a:gd name="connsiteX0" fmla="*/ 3175 w 375920"/>
              <a:gd name="connsiteY0" fmla="*/ 203200 h 414021"/>
              <a:gd name="connsiteX1" fmla="*/ 283845 w 375920"/>
              <a:gd name="connsiteY1" fmla="*/ 0 h 414021"/>
              <a:gd name="connsiteX2" fmla="*/ 375920 w 375920"/>
              <a:gd name="connsiteY2" fmla="*/ 199390 h 414021"/>
              <a:gd name="connsiteX3" fmla="*/ 263525 w 375920"/>
              <a:gd name="connsiteY3" fmla="*/ 414021 h 414021"/>
              <a:gd name="connsiteX4" fmla="*/ 0 w 375920"/>
              <a:gd name="connsiteY4" fmla="*/ 408940 h 414021"/>
              <a:gd name="connsiteX5" fmla="*/ 3175 w 375920"/>
              <a:gd name="connsiteY5" fmla="*/ 203200 h 414021"/>
              <a:gd name="connsiteX0" fmla="*/ 305 w 376225"/>
              <a:gd name="connsiteY0" fmla="*/ 114300 h 414021"/>
              <a:gd name="connsiteX1" fmla="*/ 284150 w 376225"/>
              <a:gd name="connsiteY1" fmla="*/ 0 h 414021"/>
              <a:gd name="connsiteX2" fmla="*/ 376225 w 376225"/>
              <a:gd name="connsiteY2" fmla="*/ 199390 h 414021"/>
              <a:gd name="connsiteX3" fmla="*/ 263830 w 376225"/>
              <a:gd name="connsiteY3" fmla="*/ 414021 h 414021"/>
              <a:gd name="connsiteX4" fmla="*/ 305 w 376225"/>
              <a:gd name="connsiteY4" fmla="*/ 408940 h 414021"/>
              <a:gd name="connsiteX5" fmla="*/ 305 w 376225"/>
              <a:gd name="connsiteY5" fmla="*/ 114300 h 414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6225" h="414021">
                <a:moveTo>
                  <a:pt x="305" y="114300"/>
                </a:moveTo>
                <a:lnTo>
                  <a:pt x="284150" y="0"/>
                </a:lnTo>
                <a:lnTo>
                  <a:pt x="376225" y="199390"/>
                </a:lnTo>
                <a:lnTo>
                  <a:pt x="263830" y="414021"/>
                </a:lnTo>
                <a:lnTo>
                  <a:pt x="305" y="408940"/>
                </a:lnTo>
                <a:cubicBezTo>
                  <a:pt x="1363" y="340360"/>
                  <a:pt x="-753" y="182880"/>
                  <a:pt x="305" y="114300"/>
                </a:cubicBezTo>
                <a:close/>
              </a:path>
            </a:pathLst>
          </a:cu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1">
            <a:extLst>
              <a:ext uri="{FF2B5EF4-FFF2-40B4-BE49-F238E27FC236}">
                <a16:creationId xmlns:a16="http://schemas.microsoft.com/office/drawing/2014/main" id="{3D2FB269-FC97-42A2-A37F-ACEFA635815D}"/>
              </a:ext>
            </a:extLst>
          </p:cNvPr>
          <p:cNvSpPr/>
          <p:nvPr/>
        </p:nvSpPr>
        <p:spPr>
          <a:xfrm>
            <a:off x="662939" y="127528"/>
            <a:ext cx="351167" cy="283952"/>
          </a:xfrm>
          <a:custGeom>
            <a:avLst/>
            <a:gdLst>
              <a:gd name="connsiteX0" fmla="*/ 0 w 388620"/>
              <a:gd name="connsiteY0" fmla="*/ 0 h 320040"/>
              <a:gd name="connsiteX1" fmla="*/ 388620 w 388620"/>
              <a:gd name="connsiteY1" fmla="*/ 0 h 320040"/>
              <a:gd name="connsiteX2" fmla="*/ 388620 w 388620"/>
              <a:gd name="connsiteY2" fmla="*/ 320040 h 320040"/>
              <a:gd name="connsiteX3" fmla="*/ 0 w 388620"/>
              <a:gd name="connsiteY3" fmla="*/ 320040 h 320040"/>
              <a:gd name="connsiteX4" fmla="*/ 0 w 388620"/>
              <a:gd name="connsiteY4" fmla="*/ 0 h 320040"/>
              <a:gd name="connsiteX0" fmla="*/ 0 w 388620"/>
              <a:gd name="connsiteY0" fmla="*/ 123825 h 443865"/>
              <a:gd name="connsiteX1" fmla="*/ 331470 w 388620"/>
              <a:gd name="connsiteY1" fmla="*/ 0 h 443865"/>
              <a:gd name="connsiteX2" fmla="*/ 388620 w 388620"/>
              <a:gd name="connsiteY2" fmla="*/ 443865 h 443865"/>
              <a:gd name="connsiteX3" fmla="*/ 0 w 388620"/>
              <a:gd name="connsiteY3" fmla="*/ 443865 h 443865"/>
              <a:gd name="connsiteX4" fmla="*/ 0 w 388620"/>
              <a:gd name="connsiteY4" fmla="*/ 123825 h 443865"/>
              <a:gd name="connsiteX0" fmla="*/ 0 w 474345"/>
              <a:gd name="connsiteY0" fmla="*/ 123825 h 443865"/>
              <a:gd name="connsiteX1" fmla="*/ 331470 w 474345"/>
              <a:gd name="connsiteY1" fmla="*/ 0 h 443865"/>
              <a:gd name="connsiteX2" fmla="*/ 474345 w 474345"/>
              <a:gd name="connsiteY2" fmla="*/ 351790 h 443865"/>
              <a:gd name="connsiteX3" fmla="*/ 0 w 474345"/>
              <a:gd name="connsiteY3" fmla="*/ 443865 h 443865"/>
              <a:gd name="connsiteX4" fmla="*/ 0 w 474345"/>
              <a:gd name="connsiteY4" fmla="*/ 123825 h 443865"/>
              <a:gd name="connsiteX0" fmla="*/ 0 w 474345"/>
              <a:gd name="connsiteY0" fmla="*/ 123825 h 443865"/>
              <a:gd name="connsiteX1" fmla="*/ 331470 w 474345"/>
              <a:gd name="connsiteY1" fmla="*/ 0 h 443865"/>
              <a:gd name="connsiteX2" fmla="*/ 474345 w 474345"/>
              <a:gd name="connsiteY2" fmla="*/ 351790 h 443865"/>
              <a:gd name="connsiteX3" fmla="*/ 273050 w 474345"/>
              <a:gd name="connsiteY3" fmla="*/ 394971 h 443865"/>
              <a:gd name="connsiteX4" fmla="*/ 0 w 474345"/>
              <a:gd name="connsiteY4" fmla="*/ 443865 h 443865"/>
              <a:gd name="connsiteX5" fmla="*/ 0 w 474345"/>
              <a:gd name="connsiteY5" fmla="*/ 123825 h 443865"/>
              <a:gd name="connsiteX0" fmla="*/ 0 w 474345"/>
              <a:gd name="connsiteY0" fmla="*/ 123825 h 556896"/>
              <a:gd name="connsiteX1" fmla="*/ 331470 w 474345"/>
              <a:gd name="connsiteY1" fmla="*/ 0 h 556896"/>
              <a:gd name="connsiteX2" fmla="*/ 474345 w 474345"/>
              <a:gd name="connsiteY2" fmla="*/ 351790 h 556896"/>
              <a:gd name="connsiteX3" fmla="*/ 266700 w 474345"/>
              <a:gd name="connsiteY3" fmla="*/ 556896 h 556896"/>
              <a:gd name="connsiteX4" fmla="*/ 0 w 474345"/>
              <a:gd name="connsiteY4" fmla="*/ 443865 h 556896"/>
              <a:gd name="connsiteX5" fmla="*/ 0 w 474345"/>
              <a:gd name="connsiteY5" fmla="*/ 123825 h 556896"/>
              <a:gd name="connsiteX0" fmla="*/ 0 w 474345"/>
              <a:gd name="connsiteY0" fmla="*/ 123825 h 585471"/>
              <a:gd name="connsiteX1" fmla="*/ 331470 w 474345"/>
              <a:gd name="connsiteY1" fmla="*/ 0 h 585471"/>
              <a:gd name="connsiteX2" fmla="*/ 474345 w 474345"/>
              <a:gd name="connsiteY2" fmla="*/ 351790 h 585471"/>
              <a:gd name="connsiteX3" fmla="*/ 282575 w 474345"/>
              <a:gd name="connsiteY3" fmla="*/ 585471 h 585471"/>
              <a:gd name="connsiteX4" fmla="*/ 0 w 474345"/>
              <a:gd name="connsiteY4" fmla="*/ 443865 h 585471"/>
              <a:gd name="connsiteX5" fmla="*/ 0 w 474345"/>
              <a:gd name="connsiteY5" fmla="*/ 123825 h 585471"/>
              <a:gd name="connsiteX0" fmla="*/ 0 w 353695"/>
              <a:gd name="connsiteY0" fmla="*/ 123825 h 585471"/>
              <a:gd name="connsiteX1" fmla="*/ 331470 w 353695"/>
              <a:gd name="connsiteY1" fmla="*/ 0 h 585471"/>
              <a:gd name="connsiteX2" fmla="*/ 353695 w 353695"/>
              <a:gd name="connsiteY2" fmla="*/ 354965 h 585471"/>
              <a:gd name="connsiteX3" fmla="*/ 282575 w 353695"/>
              <a:gd name="connsiteY3" fmla="*/ 585471 h 585471"/>
              <a:gd name="connsiteX4" fmla="*/ 0 w 353695"/>
              <a:gd name="connsiteY4" fmla="*/ 443865 h 585471"/>
              <a:gd name="connsiteX5" fmla="*/ 0 w 353695"/>
              <a:gd name="connsiteY5" fmla="*/ 123825 h 585471"/>
              <a:gd name="connsiteX0" fmla="*/ 0 w 353695"/>
              <a:gd name="connsiteY0" fmla="*/ 88900 h 550546"/>
              <a:gd name="connsiteX1" fmla="*/ 283845 w 353695"/>
              <a:gd name="connsiteY1" fmla="*/ 0 h 550546"/>
              <a:gd name="connsiteX2" fmla="*/ 353695 w 353695"/>
              <a:gd name="connsiteY2" fmla="*/ 320040 h 550546"/>
              <a:gd name="connsiteX3" fmla="*/ 282575 w 353695"/>
              <a:gd name="connsiteY3" fmla="*/ 550546 h 550546"/>
              <a:gd name="connsiteX4" fmla="*/ 0 w 353695"/>
              <a:gd name="connsiteY4" fmla="*/ 408940 h 550546"/>
              <a:gd name="connsiteX5" fmla="*/ 0 w 353695"/>
              <a:gd name="connsiteY5" fmla="*/ 88900 h 550546"/>
              <a:gd name="connsiteX0" fmla="*/ 0 w 375920"/>
              <a:gd name="connsiteY0" fmla="*/ 88900 h 550546"/>
              <a:gd name="connsiteX1" fmla="*/ 283845 w 375920"/>
              <a:gd name="connsiteY1" fmla="*/ 0 h 550546"/>
              <a:gd name="connsiteX2" fmla="*/ 375920 w 375920"/>
              <a:gd name="connsiteY2" fmla="*/ 199390 h 550546"/>
              <a:gd name="connsiteX3" fmla="*/ 282575 w 375920"/>
              <a:gd name="connsiteY3" fmla="*/ 550546 h 550546"/>
              <a:gd name="connsiteX4" fmla="*/ 0 w 375920"/>
              <a:gd name="connsiteY4" fmla="*/ 408940 h 550546"/>
              <a:gd name="connsiteX5" fmla="*/ 0 w 375920"/>
              <a:gd name="connsiteY5" fmla="*/ 88900 h 550546"/>
              <a:gd name="connsiteX0" fmla="*/ 0 w 375920"/>
              <a:gd name="connsiteY0" fmla="*/ 88900 h 414021"/>
              <a:gd name="connsiteX1" fmla="*/ 283845 w 375920"/>
              <a:gd name="connsiteY1" fmla="*/ 0 h 414021"/>
              <a:gd name="connsiteX2" fmla="*/ 375920 w 375920"/>
              <a:gd name="connsiteY2" fmla="*/ 199390 h 414021"/>
              <a:gd name="connsiteX3" fmla="*/ 263525 w 375920"/>
              <a:gd name="connsiteY3" fmla="*/ 414021 h 414021"/>
              <a:gd name="connsiteX4" fmla="*/ 0 w 375920"/>
              <a:gd name="connsiteY4" fmla="*/ 408940 h 414021"/>
              <a:gd name="connsiteX5" fmla="*/ 0 w 375920"/>
              <a:gd name="connsiteY5" fmla="*/ 88900 h 414021"/>
              <a:gd name="connsiteX0" fmla="*/ 3175 w 375920"/>
              <a:gd name="connsiteY0" fmla="*/ 203200 h 414021"/>
              <a:gd name="connsiteX1" fmla="*/ 283845 w 375920"/>
              <a:gd name="connsiteY1" fmla="*/ 0 h 414021"/>
              <a:gd name="connsiteX2" fmla="*/ 375920 w 375920"/>
              <a:gd name="connsiteY2" fmla="*/ 199390 h 414021"/>
              <a:gd name="connsiteX3" fmla="*/ 263525 w 375920"/>
              <a:gd name="connsiteY3" fmla="*/ 414021 h 414021"/>
              <a:gd name="connsiteX4" fmla="*/ 0 w 375920"/>
              <a:gd name="connsiteY4" fmla="*/ 408940 h 414021"/>
              <a:gd name="connsiteX5" fmla="*/ 3175 w 375920"/>
              <a:gd name="connsiteY5" fmla="*/ 203200 h 414021"/>
              <a:gd name="connsiteX0" fmla="*/ 305 w 376225"/>
              <a:gd name="connsiteY0" fmla="*/ 114300 h 414021"/>
              <a:gd name="connsiteX1" fmla="*/ 284150 w 376225"/>
              <a:gd name="connsiteY1" fmla="*/ 0 h 414021"/>
              <a:gd name="connsiteX2" fmla="*/ 376225 w 376225"/>
              <a:gd name="connsiteY2" fmla="*/ 199390 h 414021"/>
              <a:gd name="connsiteX3" fmla="*/ 263830 w 376225"/>
              <a:gd name="connsiteY3" fmla="*/ 414021 h 414021"/>
              <a:gd name="connsiteX4" fmla="*/ 305 w 376225"/>
              <a:gd name="connsiteY4" fmla="*/ 408940 h 414021"/>
              <a:gd name="connsiteX5" fmla="*/ 305 w 376225"/>
              <a:gd name="connsiteY5" fmla="*/ 114300 h 414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6225" h="414021">
                <a:moveTo>
                  <a:pt x="305" y="114300"/>
                </a:moveTo>
                <a:lnTo>
                  <a:pt x="284150" y="0"/>
                </a:lnTo>
                <a:lnTo>
                  <a:pt x="376225" y="199390"/>
                </a:lnTo>
                <a:lnTo>
                  <a:pt x="263830" y="414021"/>
                </a:lnTo>
                <a:lnTo>
                  <a:pt x="305" y="408940"/>
                </a:lnTo>
                <a:cubicBezTo>
                  <a:pt x="1363" y="340360"/>
                  <a:pt x="-753" y="182880"/>
                  <a:pt x="305" y="114300"/>
                </a:cubicBezTo>
                <a:close/>
              </a:path>
            </a:pathLst>
          </a:cu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1">
            <a:extLst>
              <a:ext uri="{FF2B5EF4-FFF2-40B4-BE49-F238E27FC236}">
                <a16:creationId xmlns:a16="http://schemas.microsoft.com/office/drawing/2014/main" id="{F3D35136-F50C-462F-BFE1-494359A2E536}"/>
              </a:ext>
            </a:extLst>
          </p:cNvPr>
          <p:cNvSpPr/>
          <p:nvPr/>
        </p:nvSpPr>
        <p:spPr>
          <a:xfrm>
            <a:off x="137160" y="467147"/>
            <a:ext cx="227726" cy="213360"/>
          </a:xfrm>
          <a:custGeom>
            <a:avLst/>
            <a:gdLst>
              <a:gd name="connsiteX0" fmla="*/ 0 w 388620"/>
              <a:gd name="connsiteY0" fmla="*/ 0 h 320040"/>
              <a:gd name="connsiteX1" fmla="*/ 388620 w 388620"/>
              <a:gd name="connsiteY1" fmla="*/ 0 h 320040"/>
              <a:gd name="connsiteX2" fmla="*/ 388620 w 388620"/>
              <a:gd name="connsiteY2" fmla="*/ 320040 h 320040"/>
              <a:gd name="connsiteX3" fmla="*/ 0 w 388620"/>
              <a:gd name="connsiteY3" fmla="*/ 320040 h 320040"/>
              <a:gd name="connsiteX4" fmla="*/ 0 w 388620"/>
              <a:gd name="connsiteY4" fmla="*/ 0 h 320040"/>
              <a:gd name="connsiteX0" fmla="*/ 0 w 388620"/>
              <a:gd name="connsiteY0" fmla="*/ 123825 h 443865"/>
              <a:gd name="connsiteX1" fmla="*/ 331470 w 388620"/>
              <a:gd name="connsiteY1" fmla="*/ 0 h 443865"/>
              <a:gd name="connsiteX2" fmla="*/ 388620 w 388620"/>
              <a:gd name="connsiteY2" fmla="*/ 443865 h 443865"/>
              <a:gd name="connsiteX3" fmla="*/ 0 w 388620"/>
              <a:gd name="connsiteY3" fmla="*/ 443865 h 443865"/>
              <a:gd name="connsiteX4" fmla="*/ 0 w 388620"/>
              <a:gd name="connsiteY4" fmla="*/ 123825 h 443865"/>
              <a:gd name="connsiteX0" fmla="*/ 0 w 474345"/>
              <a:gd name="connsiteY0" fmla="*/ 123825 h 443865"/>
              <a:gd name="connsiteX1" fmla="*/ 331470 w 474345"/>
              <a:gd name="connsiteY1" fmla="*/ 0 h 443865"/>
              <a:gd name="connsiteX2" fmla="*/ 474345 w 474345"/>
              <a:gd name="connsiteY2" fmla="*/ 351790 h 443865"/>
              <a:gd name="connsiteX3" fmla="*/ 0 w 474345"/>
              <a:gd name="connsiteY3" fmla="*/ 443865 h 443865"/>
              <a:gd name="connsiteX4" fmla="*/ 0 w 474345"/>
              <a:gd name="connsiteY4" fmla="*/ 123825 h 443865"/>
              <a:gd name="connsiteX0" fmla="*/ 0 w 474345"/>
              <a:gd name="connsiteY0" fmla="*/ 123825 h 443865"/>
              <a:gd name="connsiteX1" fmla="*/ 331470 w 474345"/>
              <a:gd name="connsiteY1" fmla="*/ 0 h 443865"/>
              <a:gd name="connsiteX2" fmla="*/ 474345 w 474345"/>
              <a:gd name="connsiteY2" fmla="*/ 351790 h 443865"/>
              <a:gd name="connsiteX3" fmla="*/ 273050 w 474345"/>
              <a:gd name="connsiteY3" fmla="*/ 394971 h 443865"/>
              <a:gd name="connsiteX4" fmla="*/ 0 w 474345"/>
              <a:gd name="connsiteY4" fmla="*/ 443865 h 443865"/>
              <a:gd name="connsiteX5" fmla="*/ 0 w 474345"/>
              <a:gd name="connsiteY5" fmla="*/ 123825 h 443865"/>
              <a:gd name="connsiteX0" fmla="*/ 0 w 474345"/>
              <a:gd name="connsiteY0" fmla="*/ 123825 h 556896"/>
              <a:gd name="connsiteX1" fmla="*/ 331470 w 474345"/>
              <a:gd name="connsiteY1" fmla="*/ 0 h 556896"/>
              <a:gd name="connsiteX2" fmla="*/ 474345 w 474345"/>
              <a:gd name="connsiteY2" fmla="*/ 351790 h 556896"/>
              <a:gd name="connsiteX3" fmla="*/ 266700 w 474345"/>
              <a:gd name="connsiteY3" fmla="*/ 556896 h 556896"/>
              <a:gd name="connsiteX4" fmla="*/ 0 w 474345"/>
              <a:gd name="connsiteY4" fmla="*/ 443865 h 556896"/>
              <a:gd name="connsiteX5" fmla="*/ 0 w 474345"/>
              <a:gd name="connsiteY5" fmla="*/ 123825 h 556896"/>
              <a:gd name="connsiteX0" fmla="*/ 0 w 474345"/>
              <a:gd name="connsiteY0" fmla="*/ 123825 h 585471"/>
              <a:gd name="connsiteX1" fmla="*/ 331470 w 474345"/>
              <a:gd name="connsiteY1" fmla="*/ 0 h 585471"/>
              <a:gd name="connsiteX2" fmla="*/ 474345 w 474345"/>
              <a:gd name="connsiteY2" fmla="*/ 351790 h 585471"/>
              <a:gd name="connsiteX3" fmla="*/ 282575 w 474345"/>
              <a:gd name="connsiteY3" fmla="*/ 585471 h 585471"/>
              <a:gd name="connsiteX4" fmla="*/ 0 w 474345"/>
              <a:gd name="connsiteY4" fmla="*/ 443865 h 585471"/>
              <a:gd name="connsiteX5" fmla="*/ 0 w 474345"/>
              <a:gd name="connsiteY5" fmla="*/ 123825 h 585471"/>
              <a:gd name="connsiteX0" fmla="*/ 0 w 353695"/>
              <a:gd name="connsiteY0" fmla="*/ 123825 h 585471"/>
              <a:gd name="connsiteX1" fmla="*/ 331470 w 353695"/>
              <a:gd name="connsiteY1" fmla="*/ 0 h 585471"/>
              <a:gd name="connsiteX2" fmla="*/ 353695 w 353695"/>
              <a:gd name="connsiteY2" fmla="*/ 354965 h 585471"/>
              <a:gd name="connsiteX3" fmla="*/ 282575 w 353695"/>
              <a:gd name="connsiteY3" fmla="*/ 585471 h 585471"/>
              <a:gd name="connsiteX4" fmla="*/ 0 w 353695"/>
              <a:gd name="connsiteY4" fmla="*/ 443865 h 585471"/>
              <a:gd name="connsiteX5" fmla="*/ 0 w 353695"/>
              <a:gd name="connsiteY5" fmla="*/ 123825 h 585471"/>
              <a:gd name="connsiteX0" fmla="*/ 0 w 353695"/>
              <a:gd name="connsiteY0" fmla="*/ 88900 h 550546"/>
              <a:gd name="connsiteX1" fmla="*/ 283845 w 353695"/>
              <a:gd name="connsiteY1" fmla="*/ 0 h 550546"/>
              <a:gd name="connsiteX2" fmla="*/ 353695 w 353695"/>
              <a:gd name="connsiteY2" fmla="*/ 320040 h 550546"/>
              <a:gd name="connsiteX3" fmla="*/ 282575 w 353695"/>
              <a:gd name="connsiteY3" fmla="*/ 550546 h 550546"/>
              <a:gd name="connsiteX4" fmla="*/ 0 w 353695"/>
              <a:gd name="connsiteY4" fmla="*/ 408940 h 550546"/>
              <a:gd name="connsiteX5" fmla="*/ 0 w 353695"/>
              <a:gd name="connsiteY5" fmla="*/ 88900 h 550546"/>
              <a:gd name="connsiteX0" fmla="*/ 0 w 375920"/>
              <a:gd name="connsiteY0" fmla="*/ 88900 h 550546"/>
              <a:gd name="connsiteX1" fmla="*/ 283845 w 375920"/>
              <a:gd name="connsiteY1" fmla="*/ 0 h 550546"/>
              <a:gd name="connsiteX2" fmla="*/ 375920 w 375920"/>
              <a:gd name="connsiteY2" fmla="*/ 199390 h 550546"/>
              <a:gd name="connsiteX3" fmla="*/ 282575 w 375920"/>
              <a:gd name="connsiteY3" fmla="*/ 550546 h 550546"/>
              <a:gd name="connsiteX4" fmla="*/ 0 w 375920"/>
              <a:gd name="connsiteY4" fmla="*/ 408940 h 550546"/>
              <a:gd name="connsiteX5" fmla="*/ 0 w 375920"/>
              <a:gd name="connsiteY5" fmla="*/ 88900 h 550546"/>
              <a:gd name="connsiteX0" fmla="*/ 0 w 375920"/>
              <a:gd name="connsiteY0" fmla="*/ 88900 h 414021"/>
              <a:gd name="connsiteX1" fmla="*/ 283845 w 375920"/>
              <a:gd name="connsiteY1" fmla="*/ 0 h 414021"/>
              <a:gd name="connsiteX2" fmla="*/ 375920 w 375920"/>
              <a:gd name="connsiteY2" fmla="*/ 199390 h 414021"/>
              <a:gd name="connsiteX3" fmla="*/ 263525 w 375920"/>
              <a:gd name="connsiteY3" fmla="*/ 414021 h 414021"/>
              <a:gd name="connsiteX4" fmla="*/ 0 w 375920"/>
              <a:gd name="connsiteY4" fmla="*/ 408940 h 414021"/>
              <a:gd name="connsiteX5" fmla="*/ 0 w 375920"/>
              <a:gd name="connsiteY5" fmla="*/ 88900 h 414021"/>
              <a:gd name="connsiteX0" fmla="*/ 3175 w 375920"/>
              <a:gd name="connsiteY0" fmla="*/ 203200 h 414021"/>
              <a:gd name="connsiteX1" fmla="*/ 283845 w 375920"/>
              <a:gd name="connsiteY1" fmla="*/ 0 h 414021"/>
              <a:gd name="connsiteX2" fmla="*/ 375920 w 375920"/>
              <a:gd name="connsiteY2" fmla="*/ 199390 h 414021"/>
              <a:gd name="connsiteX3" fmla="*/ 263525 w 375920"/>
              <a:gd name="connsiteY3" fmla="*/ 414021 h 414021"/>
              <a:gd name="connsiteX4" fmla="*/ 0 w 375920"/>
              <a:gd name="connsiteY4" fmla="*/ 408940 h 414021"/>
              <a:gd name="connsiteX5" fmla="*/ 3175 w 375920"/>
              <a:gd name="connsiteY5" fmla="*/ 203200 h 414021"/>
              <a:gd name="connsiteX0" fmla="*/ 305 w 376225"/>
              <a:gd name="connsiteY0" fmla="*/ 114300 h 414021"/>
              <a:gd name="connsiteX1" fmla="*/ 284150 w 376225"/>
              <a:gd name="connsiteY1" fmla="*/ 0 h 414021"/>
              <a:gd name="connsiteX2" fmla="*/ 376225 w 376225"/>
              <a:gd name="connsiteY2" fmla="*/ 199390 h 414021"/>
              <a:gd name="connsiteX3" fmla="*/ 263830 w 376225"/>
              <a:gd name="connsiteY3" fmla="*/ 414021 h 414021"/>
              <a:gd name="connsiteX4" fmla="*/ 305 w 376225"/>
              <a:gd name="connsiteY4" fmla="*/ 408940 h 414021"/>
              <a:gd name="connsiteX5" fmla="*/ 305 w 376225"/>
              <a:gd name="connsiteY5" fmla="*/ 114300 h 414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6225" h="414021">
                <a:moveTo>
                  <a:pt x="305" y="114300"/>
                </a:moveTo>
                <a:lnTo>
                  <a:pt x="284150" y="0"/>
                </a:lnTo>
                <a:lnTo>
                  <a:pt x="376225" y="199390"/>
                </a:lnTo>
                <a:lnTo>
                  <a:pt x="263830" y="414021"/>
                </a:lnTo>
                <a:lnTo>
                  <a:pt x="305" y="408940"/>
                </a:lnTo>
                <a:cubicBezTo>
                  <a:pt x="1363" y="340360"/>
                  <a:pt x="-753" y="182880"/>
                  <a:pt x="305" y="114300"/>
                </a:cubicBezTo>
                <a:close/>
              </a:path>
            </a:pathLst>
          </a:cu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1">
            <a:extLst>
              <a:ext uri="{FF2B5EF4-FFF2-40B4-BE49-F238E27FC236}">
                <a16:creationId xmlns:a16="http://schemas.microsoft.com/office/drawing/2014/main" id="{B9571B79-4D21-46CE-9B05-A2ADFE44F087}"/>
              </a:ext>
            </a:extLst>
          </p:cNvPr>
          <p:cNvSpPr/>
          <p:nvPr/>
        </p:nvSpPr>
        <p:spPr>
          <a:xfrm>
            <a:off x="4248949" y="2706157"/>
            <a:ext cx="447980" cy="471170"/>
          </a:xfrm>
          <a:custGeom>
            <a:avLst/>
            <a:gdLst>
              <a:gd name="connsiteX0" fmla="*/ 0 w 388620"/>
              <a:gd name="connsiteY0" fmla="*/ 0 h 320040"/>
              <a:gd name="connsiteX1" fmla="*/ 388620 w 388620"/>
              <a:gd name="connsiteY1" fmla="*/ 0 h 320040"/>
              <a:gd name="connsiteX2" fmla="*/ 388620 w 388620"/>
              <a:gd name="connsiteY2" fmla="*/ 320040 h 320040"/>
              <a:gd name="connsiteX3" fmla="*/ 0 w 388620"/>
              <a:gd name="connsiteY3" fmla="*/ 320040 h 320040"/>
              <a:gd name="connsiteX4" fmla="*/ 0 w 388620"/>
              <a:gd name="connsiteY4" fmla="*/ 0 h 320040"/>
              <a:gd name="connsiteX0" fmla="*/ 0 w 388620"/>
              <a:gd name="connsiteY0" fmla="*/ 123825 h 443865"/>
              <a:gd name="connsiteX1" fmla="*/ 331470 w 388620"/>
              <a:gd name="connsiteY1" fmla="*/ 0 h 443865"/>
              <a:gd name="connsiteX2" fmla="*/ 388620 w 388620"/>
              <a:gd name="connsiteY2" fmla="*/ 443865 h 443865"/>
              <a:gd name="connsiteX3" fmla="*/ 0 w 388620"/>
              <a:gd name="connsiteY3" fmla="*/ 443865 h 443865"/>
              <a:gd name="connsiteX4" fmla="*/ 0 w 388620"/>
              <a:gd name="connsiteY4" fmla="*/ 123825 h 443865"/>
              <a:gd name="connsiteX0" fmla="*/ 0 w 474345"/>
              <a:gd name="connsiteY0" fmla="*/ 123825 h 443865"/>
              <a:gd name="connsiteX1" fmla="*/ 331470 w 474345"/>
              <a:gd name="connsiteY1" fmla="*/ 0 h 443865"/>
              <a:gd name="connsiteX2" fmla="*/ 474345 w 474345"/>
              <a:gd name="connsiteY2" fmla="*/ 351790 h 443865"/>
              <a:gd name="connsiteX3" fmla="*/ 0 w 474345"/>
              <a:gd name="connsiteY3" fmla="*/ 443865 h 443865"/>
              <a:gd name="connsiteX4" fmla="*/ 0 w 474345"/>
              <a:gd name="connsiteY4" fmla="*/ 123825 h 443865"/>
              <a:gd name="connsiteX0" fmla="*/ 0 w 474345"/>
              <a:gd name="connsiteY0" fmla="*/ 123825 h 443865"/>
              <a:gd name="connsiteX1" fmla="*/ 331470 w 474345"/>
              <a:gd name="connsiteY1" fmla="*/ 0 h 443865"/>
              <a:gd name="connsiteX2" fmla="*/ 474345 w 474345"/>
              <a:gd name="connsiteY2" fmla="*/ 351790 h 443865"/>
              <a:gd name="connsiteX3" fmla="*/ 273050 w 474345"/>
              <a:gd name="connsiteY3" fmla="*/ 394971 h 443865"/>
              <a:gd name="connsiteX4" fmla="*/ 0 w 474345"/>
              <a:gd name="connsiteY4" fmla="*/ 443865 h 443865"/>
              <a:gd name="connsiteX5" fmla="*/ 0 w 474345"/>
              <a:gd name="connsiteY5" fmla="*/ 123825 h 443865"/>
              <a:gd name="connsiteX0" fmla="*/ 0 w 474345"/>
              <a:gd name="connsiteY0" fmla="*/ 123825 h 556896"/>
              <a:gd name="connsiteX1" fmla="*/ 331470 w 474345"/>
              <a:gd name="connsiteY1" fmla="*/ 0 h 556896"/>
              <a:gd name="connsiteX2" fmla="*/ 474345 w 474345"/>
              <a:gd name="connsiteY2" fmla="*/ 351790 h 556896"/>
              <a:gd name="connsiteX3" fmla="*/ 266700 w 474345"/>
              <a:gd name="connsiteY3" fmla="*/ 556896 h 556896"/>
              <a:gd name="connsiteX4" fmla="*/ 0 w 474345"/>
              <a:gd name="connsiteY4" fmla="*/ 443865 h 556896"/>
              <a:gd name="connsiteX5" fmla="*/ 0 w 474345"/>
              <a:gd name="connsiteY5" fmla="*/ 123825 h 556896"/>
              <a:gd name="connsiteX0" fmla="*/ 0 w 474345"/>
              <a:gd name="connsiteY0" fmla="*/ 123825 h 585471"/>
              <a:gd name="connsiteX1" fmla="*/ 331470 w 474345"/>
              <a:gd name="connsiteY1" fmla="*/ 0 h 585471"/>
              <a:gd name="connsiteX2" fmla="*/ 474345 w 474345"/>
              <a:gd name="connsiteY2" fmla="*/ 351790 h 585471"/>
              <a:gd name="connsiteX3" fmla="*/ 282575 w 474345"/>
              <a:gd name="connsiteY3" fmla="*/ 585471 h 585471"/>
              <a:gd name="connsiteX4" fmla="*/ 0 w 474345"/>
              <a:gd name="connsiteY4" fmla="*/ 443865 h 585471"/>
              <a:gd name="connsiteX5" fmla="*/ 0 w 474345"/>
              <a:gd name="connsiteY5" fmla="*/ 123825 h 585471"/>
              <a:gd name="connsiteX0" fmla="*/ 0 w 353695"/>
              <a:gd name="connsiteY0" fmla="*/ 123825 h 585471"/>
              <a:gd name="connsiteX1" fmla="*/ 331470 w 353695"/>
              <a:gd name="connsiteY1" fmla="*/ 0 h 585471"/>
              <a:gd name="connsiteX2" fmla="*/ 353695 w 353695"/>
              <a:gd name="connsiteY2" fmla="*/ 354965 h 585471"/>
              <a:gd name="connsiteX3" fmla="*/ 282575 w 353695"/>
              <a:gd name="connsiteY3" fmla="*/ 585471 h 585471"/>
              <a:gd name="connsiteX4" fmla="*/ 0 w 353695"/>
              <a:gd name="connsiteY4" fmla="*/ 443865 h 585471"/>
              <a:gd name="connsiteX5" fmla="*/ 0 w 353695"/>
              <a:gd name="connsiteY5" fmla="*/ 123825 h 585471"/>
              <a:gd name="connsiteX0" fmla="*/ 0 w 353695"/>
              <a:gd name="connsiteY0" fmla="*/ 88900 h 550546"/>
              <a:gd name="connsiteX1" fmla="*/ 283845 w 353695"/>
              <a:gd name="connsiteY1" fmla="*/ 0 h 550546"/>
              <a:gd name="connsiteX2" fmla="*/ 353695 w 353695"/>
              <a:gd name="connsiteY2" fmla="*/ 320040 h 550546"/>
              <a:gd name="connsiteX3" fmla="*/ 282575 w 353695"/>
              <a:gd name="connsiteY3" fmla="*/ 550546 h 550546"/>
              <a:gd name="connsiteX4" fmla="*/ 0 w 353695"/>
              <a:gd name="connsiteY4" fmla="*/ 408940 h 550546"/>
              <a:gd name="connsiteX5" fmla="*/ 0 w 353695"/>
              <a:gd name="connsiteY5" fmla="*/ 88900 h 550546"/>
              <a:gd name="connsiteX0" fmla="*/ 0 w 375920"/>
              <a:gd name="connsiteY0" fmla="*/ 88900 h 550546"/>
              <a:gd name="connsiteX1" fmla="*/ 283845 w 375920"/>
              <a:gd name="connsiteY1" fmla="*/ 0 h 550546"/>
              <a:gd name="connsiteX2" fmla="*/ 375920 w 375920"/>
              <a:gd name="connsiteY2" fmla="*/ 199390 h 550546"/>
              <a:gd name="connsiteX3" fmla="*/ 282575 w 375920"/>
              <a:gd name="connsiteY3" fmla="*/ 550546 h 550546"/>
              <a:gd name="connsiteX4" fmla="*/ 0 w 375920"/>
              <a:gd name="connsiteY4" fmla="*/ 408940 h 550546"/>
              <a:gd name="connsiteX5" fmla="*/ 0 w 375920"/>
              <a:gd name="connsiteY5" fmla="*/ 88900 h 550546"/>
              <a:gd name="connsiteX0" fmla="*/ 0 w 375920"/>
              <a:gd name="connsiteY0" fmla="*/ 88900 h 414021"/>
              <a:gd name="connsiteX1" fmla="*/ 283845 w 375920"/>
              <a:gd name="connsiteY1" fmla="*/ 0 h 414021"/>
              <a:gd name="connsiteX2" fmla="*/ 375920 w 375920"/>
              <a:gd name="connsiteY2" fmla="*/ 199390 h 414021"/>
              <a:gd name="connsiteX3" fmla="*/ 263525 w 375920"/>
              <a:gd name="connsiteY3" fmla="*/ 414021 h 414021"/>
              <a:gd name="connsiteX4" fmla="*/ 0 w 375920"/>
              <a:gd name="connsiteY4" fmla="*/ 408940 h 414021"/>
              <a:gd name="connsiteX5" fmla="*/ 0 w 375920"/>
              <a:gd name="connsiteY5" fmla="*/ 88900 h 414021"/>
              <a:gd name="connsiteX0" fmla="*/ 3175 w 375920"/>
              <a:gd name="connsiteY0" fmla="*/ 203200 h 414021"/>
              <a:gd name="connsiteX1" fmla="*/ 283845 w 375920"/>
              <a:gd name="connsiteY1" fmla="*/ 0 h 414021"/>
              <a:gd name="connsiteX2" fmla="*/ 375920 w 375920"/>
              <a:gd name="connsiteY2" fmla="*/ 199390 h 414021"/>
              <a:gd name="connsiteX3" fmla="*/ 263525 w 375920"/>
              <a:gd name="connsiteY3" fmla="*/ 414021 h 414021"/>
              <a:gd name="connsiteX4" fmla="*/ 0 w 375920"/>
              <a:gd name="connsiteY4" fmla="*/ 408940 h 414021"/>
              <a:gd name="connsiteX5" fmla="*/ 3175 w 375920"/>
              <a:gd name="connsiteY5" fmla="*/ 203200 h 414021"/>
              <a:gd name="connsiteX0" fmla="*/ 305 w 376225"/>
              <a:gd name="connsiteY0" fmla="*/ 114300 h 414021"/>
              <a:gd name="connsiteX1" fmla="*/ 284150 w 376225"/>
              <a:gd name="connsiteY1" fmla="*/ 0 h 414021"/>
              <a:gd name="connsiteX2" fmla="*/ 376225 w 376225"/>
              <a:gd name="connsiteY2" fmla="*/ 199390 h 414021"/>
              <a:gd name="connsiteX3" fmla="*/ 263830 w 376225"/>
              <a:gd name="connsiteY3" fmla="*/ 414021 h 414021"/>
              <a:gd name="connsiteX4" fmla="*/ 305 w 376225"/>
              <a:gd name="connsiteY4" fmla="*/ 408940 h 414021"/>
              <a:gd name="connsiteX5" fmla="*/ 305 w 376225"/>
              <a:gd name="connsiteY5" fmla="*/ 114300 h 414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6225" h="414021">
                <a:moveTo>
                  <a:pt x="305" y="114300"/>
                </a:moveTo>
                <a:lnTo>
                  <a:pt x="284150" y="0"/>
                </a:lnTo>
                <a:lnTo>
                  <a:pt x="376225" y="199390"/>
                </a:lnTo>
                <a:lnTo>
                  <a:pt x="263830" y="414021"/>
                </a:lnTo>
                <a:lnTo>
                  <a:pt x="305" y="408940"/>
                </a:lnTo>
                <a:cubicBezTo>
                  <a:pt x="1363" y="340360"/>
                  <a:pt x="-753" y="182880"/>
                  <a:pt x="305" y="114300"/>
                </a:cubicBezTo>
                <a:close/>
              </a:path>
            </a:pathLst>
          </a:cu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1">
            <a:extLst>
              <a:ext uri="{FF2B5EF4-FFF2-40B4-BE49-F238E27FC236}">
                <a16:creationId xmlns:a16="http://schemas.microsoft.com/office/drawing/2014/main" id="{5C2D3170-A8CB-49B6-A3EA-97B4D7E11768}"/>
              </a:ext>
            </a:extLst>
          </p:cNvPr>
          <p:cNvSpPr/>
          <p:nvPr/>
        </p:nvSpPr>
        <p:spPr>
          <a:xfrm rot="14077455">
            <a:off x="3825332" y="3377561"/>
            <a:ext cx="274228" cy="295279"/>
          </a:xfrm>
          <a:custGeom>
            <a:avLst/>
            <a:gdLst>
              <a:gd name="connsiteX0" fmla="*/ 0 w 388620"/>
              <a:gd name="connsiteY0" fmla="*/ 0 h 320040"/>
              <a:gd name="connsiteX1" fmla="*/ 388620 w 388620"/>
              <a:gd name="connsiteY1" fmla="*/ 0 h 320040"/>
              <a:gd name="connsiteX2" fmla="*/ 388620 w 388620"/>
              <a:gd name="connsiteY2" fmla="*/ 320040 h 320040"/>
              <a:gd name="connsiteX3" fmla="*/ 0 w 388620"/>
              <a:gd name="connsiteY3" fmla="*/ 320040 h 320040"/>
              <a:gd name="connsiteX4" fmla="*/ 0 w 388620"/>
              <a:gd name="connsiteY4" fmla="*/ 0 h 320040"/>
              <a:gd name="connsiteX0" fmla="*/ 0 w 388620"/>
              <a:gd name="connsiteY0" fmla="*/ 123825 h 443865"/>
              <a:gd name="connsiteX1" fmla="*/ 331470 w 388620"/>
              <a:gd name="connsiteY1" fmla="*/ 0 h 443865"/>
              <a:gd name="connsiteX2" fmla="*/ 388620 w 388620"/>
              <a:gd name="connsiteY2" fmla="*/ 443865 h 443865"/>
              <a:gd name="connsiteX3" fmla="*/ 0 w 388620"/>
              <a:gd name="connsiteY3" fmla="*/ 443865 h 443865"/>
              <a:gd name="connsiteX4" fmla="*/ 0 w 388620"/>
              <a:gd name="connsiteY4" fmla="*/ 123825 h 443865"/>
              <a:gd name="connsiteX0" fmla="*/ 0 w 474345"/>
              <a:gd name="connsiteY0" fmla="*/ 123825 h 443865"/>
              <a:gd name="connsiteX1" fmla="*/ 331470 w 474345"/>
              <a:gd name="connsiteY1" fmla="*/ 0 h 443865"/>
              <a:gd name="connsiteX2" fmla="*/ 474345 w 474345"/>
              <a:gd name="connsiteY2" fmla="*/ 351790 h 443865"/>
              <a:gd name="connsiteX3" fmla="*/ 0 w 474345"/>
              <a:gd name="connsiteY3" fmla="*/ 443865 h 443865"/>
              <a:gd name="connsiteX4" fmla="*/ 0 w 474345"/>
              <a:gd name="connsiteY4" fmla="*/ 123825 h 443865"/>
              <a:gd name="connsiteX0" fmla="*/ 0 w 474345"/>
              <a:gd name="connsiteY0" fmla="*/ 123825 h 443865"/>
              <a:gd name="connsiteX1" fmla="*/ 331470 w 474345"/>
              <a:gd name="connsiteY1" fmla="*/ 0 h 443865"/>
              <a:gd name="connsiteX2" fmla="*/ 474345 w 474345"/>
              <a:gd name="connsiteY2" fmla="*/ 351790 h 443865"/>
              <a:gd name="connsiteX3" fmla="*/ 273050 w 474345"/>
              <a:gd name="connsiteY3" fmla="*/ 394971 h 443865"/>
              <a:gd name="connsiteX4" fmla="*/ 0 w 474345"/>
              <a:gd name="connsiteY4" fmla="*/ 443865 h 443865"/>
              <a:gd name="connsiteX5" fmla="*/ 0 w 474345"/>
              <a:gd name="connsiteY5" fmla="*/ 123825 h 443865"/>
              <a:gd name="connsiteX0" fmla="*/ 0 w 474345"/>
              <a:gd name="connsiteY0" fmla="*/ 123825 h 556896"/>
              <a:gd name="connsiteX1" fmla="*/ 331470 w 474345"/>
              <a:gd name="connsiteY1" fmla="*/ 0 h 556896"/>
              <a:gd name="connsiteX2" fmla="*/ 474345 w 474345"/>
              <a:gd name="connsiteY2" fmla="*/ 351790 h 556896"/>
              <a:gd name="connsiteX3" fmla="*/ 266700 w 474345"/>
              <a:gd name="connsiteY3" fmla="*/ 556896 h 556896"/>
              <a:gd name="connsiteX4" fmla="*/ 0 w 474345"/>
              <a:gd name="connsiteY4" fmla="*/ 443865 h 556896"/>
              <a:gd name="connsiteX5" fmla="*/ 0 w 474345"/>
              <a:gd name="connsiteY5" fmla="*/ 123825 h 556896"/>
              <a:gd name="connsiteX0" fmla="*/ 0 w 474345"/>
              <a:gd name="connsiteY0" fmla="*/ 123825 h 585471"/>
              <a:gd name="connsiteX1" fmla="*/ 331470 w 474345"/>
              <a:gd name="connsiteY1" fmla="*/ 0 h 585471"/>
              <a:gd name="connsiteX2" fmla="*/ 474345 w 474345"/>
              <a:gd name="connsiteY2" fmla="*/ 351790 h 585471"/>
              <a:gd name="connsiteX3" fmla="*/ 282575 w 474345"/>
              <a:gd name="connsiteY3" fmla="*/ 585471 h 585471"/>
              <a:gd name="connsiteX4" fmla="*/ 0 w 474345"/>
              <a:gd name="connsiteY4" fmla="*/ 443865 h 585471"/>
              <a:gd name="connsiteX5" fmla="*/ 0 w 474345"/>
              <a:gd name="connsiteY5" fmla="*/ 123825 h 585471"/>
              <a:gd name="connsiteX0" fmla="*/ 0 w 353695"/>
              <a:gd name="connsiteY0" fmla="*/ 123825 h 585471"/>
              <a:gd name="connsiteX1" fmla="*/ 331470 w 353695"/>
              <a:gd name="connsiteY1" fmla="*/ 0 h 585471"/>
              <a:gd name="connsiteX2" fmla="*/ 353695 w 353695"/>
              <a:gd name="connsiteY2" fmla="*/ 354965 h 585471"/>
              <a:gd name="connsiteX3" fmla="*/ 282575 w 353695"/>
              <a:gd name="connsiteY3" fmla="*/ 585471 h 585471"/>
              <a:gd name="connsiteX4" fmla="*/ 0 w 353695"/>
              <a:gd name="connsiteY4" fmla="*/ 443865 h 585471"/>
              <a:gd name="connsiteX5" fmla="*/ 0 w 353695"/>
              <a:gd name="connsiteY5" fmla="*/ 123825 h 585471"/>
              <a:gd name="connsiteX0" fmla="*/ 0 w 353695"/>
              <a:gd name="connsiteY0" fmla="*/ 88900 h 550546"/>
              <a:gd name="connsiteX1" fmla="*/ 283845 w 353695"/>
              <a:gd name="connsiteY1" fmla="*/ 0 h 550546"/>
              <a:gd name="connsiteX2" fmla="*/ 353695 w 353695"/>
              <a:gd name="connsiteY2" fmla="*/ 320040 h 550546"/>
              <a:gd name="connsiteX3" fmla="*/ 282575 w 353695"/>
              <a:gd name="connsiteY3" fmla="*/ 550546 h 550546"/>
              <a:gd name="connsiteX4" fmla="*/ 0 w 353695"/>
              <a:gd name="connsiteY4" fmla="*/ 408940 h 550546"/>
              <a:gd name="connsiteX5" fmla="*/ 0 w 353695"/>
              <a:gd name="connsiteY5" fmla="*/ 88900 h 550546"/>
              <a:gd name="connsiteX0" fmla="*/ 0 w 375920"/>
              <a:gd name="connsiteY0" fmla="*/ 88900 h 550546"/>
              <a:gd name="connsiteX1" fmla="*/ 283845 w 375920"/>
              <a:gd name="connsiteY1" fmla="*/ 0 h 550546"/>
              <a:gd name="connsiteX2" fmla="*/ 375920 w 375920"/>
              <a:gd name="connsiteY2" fmla="*/ 199390 h 550546"/>
              <a:gd name="connsiteX3" fmla="*/ 282575 w 375920"/>
              <a:gd name="connsiteY3" fmla="*/ 550546 h 550546"/>
              <a:gd name="connsiteX4" fmla="*/ 0 w 375920"/>
              <a:gd name="connsiteY4" fmla="*/ 408940 h 550546"/>
              <a:gd name="connsiteX5" fmla="*/ 0 w 375920"/>
              <a:gd name="connsiteY5" fmla="*/ 88900 h 550546"/>
              <a:gd name="connsiteX0" fmla="*/ 0 w 375920"/>
              <a:gd name="connsiteY0" fmla="*/ 88900 h 414021"/>
              <a:gd name="connsiteX1" fmla="*/ 283845 w 375920"/>
              <a:gd name="connsiteY1" fmla="*/ 0 h 414021"/>
              <a:gd name="connsiteX2" fmla="*/ 375920 w 375920"/>
              <a:gd name="connsiteY2" fmla="*/ 199390 h 414021"/>
              <a:gd name="connsiteX3" fmla="*/ 263525 w 375920"/>
              <a:gd name="connsiteY3" fmla="*/ 414021 h 414021"/>
              <a:gd name="connsiteX4" fmla="*/ 0 w 375920"/>
              <a:gd name="connsiteY4" fmla="*/ 408940 h 414021"/>
              <a:gd name="connsiteX5" fmla="*/ 0 w 375920"/>
              <a:gd name="connsiteY5" fmla="*/ 88900 h 414021"/>
              <a:gd name="connsiteX0" fmla="*/ 3175 w 375920"/>
              <a:gd name="connsiteY0" fmla="*/ 203200 h 414021"/>
              <a:gd name="connsiteX1" fmla="*/ 283845 w 375920"/>
              <a:gd name="connsiteY1" fmla="*/ 0 h 414021"/>
              <a:gd name="connsiteX2" fmla="*/ 375920 w 375920"/>
              <a:gd name="connsiteY2" fmla="*/ 199390 h 414021"/>
              <a:gd name="connsiteX3" fmla="*/ 263525 w 375920"/>
              <a:gd name="connsiteY3" fmla="*/ 414021 h 414021"/>
              <a:gd name="connsiteX4" fmla="*/ 0 w 375920"/>
              <a:gd name="connsiteY4" fmla="*/ 408940 h 414021"/>
              <a:gd name="connsiteX5" fmla="*/ 3175 w 375920"/>
              <a:gd name="connsiteY5" fmla="*/ 203200 h 414021"/>
              <a:gd name="connsiteX0" fmla="*/ 305 w 376225"/>
              <a:gd name="connsiteY0" fmla="*/ 114300 h 414021"/>
              <a:gd name="connsiteX1" fmla="*/ 284150 w 376225"/>
              <a:gd name="connsiteY1" fmla="*/ 0 h 414021"/>
              <a:gd name="connsiteX2" fmla="*/ 376225 w 376225"/>
              <a:gd name="connsiteY2" fmla="*/ 199390 h 414021"/>
              <a:gd name="connsiteX3" fmla="*/ 263830 w 376225"/>
              <a:gd name="connsiteY3" fmla="*/ 414021 h 414021"/>
              <a:gd name="connsiteX4" fmla="*/ 305 w 376225"/>
              <a:gd name="connsiteY4" fmla="*/ 408940 h 414021"/>
              <a:gd name="connsiteX5" fmla="*/ 305 w 376225"/>
              <a:gd name="connsiteY5" fmla="*/ 114300 h 414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6225" h="414021">
                <a:moveTo>
                  <a:pt x="305" y="114300"/>
                </a:moveTo>
                <a:lnTo>
                  <a:pt x="284150" y="0"/>
                </a:lnTo>
                <a:lnTo>
                  <a:pt x="376225" y="199390"/>
                </a:lnTo>
                <a:lnTo>
                  <a:pt x="263830" y="414021"/>
                </a:lnTo>
                <a:lnTo>
                  <a:pt x="305" y="408940"/>
                </a:lnTo>
                <a:cubicBezTo>
                  <a:pt x="1363" y="340360"/>
                  <a:pt x="-753" y="182880"/>
                  <a:pt x="305" y="114300"/>
                </a:cubicBezTo>
                <a:close/>
              </a:path>
            </a:pathLst>
          </a:cu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">
            <a:extLst>
              <a:ext uri="{FF2B5EF4-FFF2-40B4-BE49-F238E27FC236}">
                <a16:creationId xmlns:a16="http://schemas.microsoft.com/office/drawing/2014/main" id="{34B68731-9868-46A4-9ED6-49BF58BAD120}"/>
              </a:ext>
            </a:extLst>
          </p:cNvPr>
          <p:cNvSpPr/>
          <p:nvPr/>
        </p:nvSpPr>
        <p:spPr>
          <a:xfrm rot="6909260">
            <a:off x="4164487" y="4021867"/>
            <a:ext cx="447980" cy="471170"/>
          </a:xfrm>
          <a:custGeom>
            <a:avLst/>
            <a:gdLst>
              <a:gd name="connsiteX0" fmla="*/ 0 w 388620"/>
              <a:gd name="connsiteY0" fmla="*/ 0 h 320040"/>
              <a:gd name="connsiteX1" fmla="*/ 388620 w 388620"/>
              <a:gd name="connsiteY1" fmla="*/ 0 h 320040"/>
              <a:gd name="connsiteX2" fmla="*/ 388620 w 388620"/>
              <a:gd name="connsiteY2" fmla="*/ 320040 h 320040"/>
              <a:gd name="connsiteX3" fmla="*/ 0 w 388620"/>
              <a:gd name="connsiteY3" fmla="*/ 320040 h 320040"/>
              <a:gd name="connsiteX4" fmla="*/ 0 w 388620"/>
              <a:gd name="connsiteY4" fmla="*/ 0 h 320040"/>
              <a:gd name="connsiteX0" fmla="*/ 0 w 388620"/>
              <a:gd name="connsiteY0" fmla="*/ 123825 h 443865"/>
              <a:gd name="connsiteX1" fmla="*/ 331470 w 388620"/>
              <a:gd name="connsiteY1" fmla="*/ 0 h 443865"/>
              <a:gd name="connsiteX2" fmla="*/ 388620 w 388620"/>
              <a:gd name="connsiteY2" fmla="*/ 443865 h 443865"/>
              <a:gd name="connsiteX3" fmla="*/ 0 w 388620"/>
              <a:gd name="connsiteY3" fmla="*/ 443865 h 443865"/>
              <a:gd name="connsiteX4" fmla="*/ 0 w 388620"/>
              <a:gd name="connsiteY4" fmla="*/ 123825 h 443865"/>
              <a:gd name="connsiteX0" fmla="*/ 0 w 474345"/>
              <a:gd name="connsiteY0" fmla="*/ 123825 h 443865"/>
              <a:gd name="connsiteX1" fmla="*/ 331470 w 474345"/>
              <a:gd name="connsiteY1" fmla="*/ 0 h 443865"/>
              <a:gd name="connsiteX2" fmla="*/ 474345 w 474345"/>
              <a:gd name="connsiteY2" fmla="*/ 351790 h 443865"/>
              <a:gd name="connsiteX3" fmla="*/ 0 w 474345"/>
              <a:gd name="connsiteY3" fmla="*/ 443865 h 443865"/>
              <a:gd name="connsiteX4" fmla="*/ 0 w 474345"/>
              <a:gd name="connsiteY4" fmla="*/ 123825 h 443865"/>
              <a:gd name="connsiteX0" fmla="*/ 0 w 474345"/>
              <a:gd name="connsiteY0" fmla="*/ 123825 h 443865"/>
              <a:gd name="connsiteX1" fmla="*/ 331470 w 474345"/>
              <a:gd name="connsiteY1" fmla="*/ 0 h 443865"/>
              <a:gd name="connsiteX2" fmla="*/ 474345 w 474345"/>
              <a:gd name="connsiteY2" fmla="*/ 351790 h 443865"/>
              <a:gd name="connsiteX3" fmla="*/ 273050 w 474345"/>
              <a:gd name="connsiteY3" fmla="*/ 394971 h 443865"/>
              <a:gd name="connsiteX4" fmla="*/ 0 w 474345"/>
              <a:gd name="connsiteY4" fmla="*/ 443865 h 443865"/>
              <a:gd name="connsiteX5" fmla="*/ 0 w 474345"/>
              <a:gd name="connsiteY5" fmla="*/ 123825 h 443865"/>
              <a:gd name="connsiteX0" fmla="*/ 0 w 474345"/>
              <a:gd name="connsiteY0" fmla="*/ 123825 h 556896"/>
              <a:gd name="connsiteX1" fmla="*/ 331470 w 474345"/>
              <a:gd name="connsiteY1" fmla="*/ 0 h 556896"/>
              <a:gd name="connsiteX2" fmla="*/ 474345 w 474345"/>
              <a:gd name="connsiteY2" fmla="*/ 351790 h 556896"/>
              <a:gd name="connsiteX3" fmla="*/ 266700 w 474345"/>
              <a:gd name="connsiteY3" fmla="*/ 556896 h 556896"/>
              <a:gd name="connsiteX4" fmla="*/ 0 w 474345"/>
              <a:gd name="connsiteY4" fmla="*/ 443865 h 556896"/>
              <a:gd name="connsiteX5" fmla="*/ 0 w 474345"/>
              <a:gd name="connsiteY5" fmla="*/ 123825 h 556896"/>
              <a:gd name="connsiteX0" fmla="*/ 0 w 474345"/>
              <a:gd name="connsiteY0" fmla="*/ 123825 h 585471"/>
              <a:gd name="connsiteX1" fmla="*/ 331470 w 474345"/>
              <a:gd name="connsiteY1" fmla="*/ 0 h 585471"/>
              <a:gd name="connsiteX2" fmla="*/ 474345 w 474345"/>
              <a:gd name="connsiteY2" fmla="*/ 351790 h 585471"/>
              <a:gd name="connsiteX3" fmla="*/ 282575 w 474345"/>
              <a:gd name="connsiteY3" fmla="*/ 585471 h 585471"/>
              <a:gd name="connsiteX4" fmla="*/ 0 w 474345"/>
              <a:gd name="connsiteY4" fmla="*/ 443865 h 585471"/>
              <a:gd name="connsiteX5" fmla="*/ 0 w 474345"/>
              <a:gd name="connsiteY5" fmla="*/ 123825 h 585471"/>
              <a:gd name="connsiteX0" fmla="*/ 0 w 353695"/>
              <a:gd name="connsiteY0" fmla="*/ 123825 h 585471"/>
              <a:gd name="connsiteX1" fmla="*/ 331470 w 353695"/>
              <a:gd name="connsiteY1" fmla="*/ 0 h 585471"/>
              <a:gd name="connsiteX2" fmla="*/ 353695 w 353695"/>
              <a:gd name="connsiteY2" fmla="*/ 354965 h 585471"/>
              <a:gd name="connsiteX3" fmla="*/ 282575 w 353695"/>
              <a:gd name="connsiteY3" fmla="*/ 585471 h 585471"/>
              <a:gd name="connsiteX4" fmla="*/ 0 w 353695"/>
              <a:gd name="connsiteY4" fmla="*/ 443865 h 585471"/>
              <a:gd name="connsiteX5" fmla="*/ 0 w 353695"/>
              <a:gd name="connsiteY5" fmla="*/ 123825 h 585471"/>
              <a:gd name="connsiteX0" fmla="*/ 0 w 353695"/>
              <a:gd name="connsiteY0" fmla="*/ 88900 h 550546"/>
              <a:gd name="connsiteX1" fmla="*/ 283845 w 353695"/>
              <a:gd name="connsiteY1" fmla="*/ 0 h 550546"/>
              <a:gd name="connsiteX2" fmla="*/ 353695 w 353695"/>
              <a:gd name="connsiteY2" fmla="*/ 320040 h 550546"/>
              <a:gd name="connsiteX3" fmla="*/ 282575 w 353695"/>
              <a:gd name="connsiteY3" fmla="*/ 550546 h 550546"/>
              <a:gd name="connsiteX4" fmla="*/ 0 w 353695"/>
              <a:gd name="connsiteY4" fmla="*/ 408940 h 550546"/>
              <a:gd name="connsiteX5" fmla="*/ 0 w 353695"/>
              <a:gd name="connsiteY5" fmla="*/ 88900 h 550546"/>
              <a:gd name="connsiteX0" fmla="*/ 0 w 375920"/>
              <a:gd name="connsiteY0" fmla="*/ 88900 h 550546"/>
              <a:gd name="connsiteX1" fmla="*/ 283845 w 375920"/>
              <a:gd name="connsiteY1" fmla="*/ 0 h 550546"/>
              <a:gd name="connsiteX2" fmla="*/ 375920 w 375920"/>
              <a:gd name="connsiteY2" fmla="*/ 199390 h 550546"/>
              <a:gd name="connsiteX3" fmla="*/ 282575 w 375920"/>
              <a:gd name="connsiteY3" fmla="*/ 550546 h 550546"/>
              <a:gd name="connsiteX4" fmla="*/ 0 w 375920"/>
              <a:gd name="connsiteY4" fmla="*/ 408940 h 550546"/>
              <a:gd name="connsiteX5" fmla="*/ 0 w 375920"/>
              <a:gd name="connsiteY5" fmla="*/ 88900 h 550546"/>
              <a:gd name="connsiteX0" fmla="*/ 0 w 375920"/>
              <a:gd name="connsiteY0" fmla="*/ 88900 h 414021"/>
              <a:gd name="connsiteX1" fmla="*/ 283845 w 375920"/>
              <a:gd name="connsiteY1" fmla="*/ 0 h 414021"/>
              <a:gd name="connsiteX2" fmla="*/ 375920 w 375920"/>
              <a:gd name="connsiteY2" fmla="*/ 199390 h 414021"/>
              <a:gd name="connsiteX3" fmla="*/ 263525 w 375920"/>
              <a:gd name="connsiteY3" fmla="*/ 414021 h 414021"/>
              <a:gd name="connsiteX4" fmla="*/ 0 w 375920"/>
              <a:gd name="connsiteY4" fmla="*/ 408940 h 414021"/>
              <a:gd name="connsiteX5" fmla="*/ 0 w 375920"/>
              <a:gd name="connsiteY5" fmla="*/ 88900 h 414021"/>
              <a:gd name="connsiteX0" fmla="*/ 3175 w 375920"/>
              <a:gd name="connsiteY0" fmla="*/ 203200 h 414021"/>
              <a:gd name="connsiteX1" fmla="*/ 283845 w 375920"/>
              <a:gd name="connsiteY1" fmla="*/ 0 h 414021"/>
              <a:gd name="connsiteX2" fmla="*/ 375920 w 375920"/>
              <a:gd name="connsiteY2" fmla="*/ 199390 h 414021"/>
              <a:gd name="connsiteX3" fmla="*/ 263525 w 375920"/>
              <a:gd name="connsiteY3" fmla="*/ 414021 h 414021"/>
              <a:gd name="connsiteX4" fmla="*/ 0 w 375920"/>
              <a:gd name="connsiteY4" fmla="*/ 408940 h 414021"/>
              <a:gd name="connsiteX5" fmla="*/ 3175 w 375920"/>
              <a:gd name="connsiteY5" fmla="*/ 203200 h 414021"/>
              <a:gd name="connsiteX0" fmla="*/ 305 w 376225"/>
              <a:gd name="connsiteY0" fmla="*/ 114300 h 414021"/>
              <a:gd name="connsiteX1" fmla="*/ 284150 w 376225"/>
              <a:gd name="connsiteY1" fmla="*/ 0 h 414021"/>
              <a:gd name="connsiteX2" fmla="*/ 376225 w 376225"/>
              <a:gd name="connsiteY2" fmla="*/ 199390 h 414021"/>
              <a:gd name="connsiteX3" fmla="*/ 263830 w 376225"/>
              <a:gd name="connsiteY3" fmla="*/ 414021 h 414021"/>
              <a:gd name="connsiteX4" fmla="*/ 305 w 376225"/>
              <a:gd name="connsiteY4" fmla="*/ 408940 h 414021"/>
              <a:gd name="connsiteX5" fmla="*/ 305 w 376225"/>
              <a:gd name="connsiteY5" fmla="*/ 114300 h 414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6225" h="414021">
                <a:moveTo>
                  <a:pt x="305" y="114300"/>
                </a:moveTo>
                <a:lnTo>
                  <a:pt x="284150" y="0"/>
                </a:lnTo>
                <a:lnTo>
                  <a:pt x="376225" y="199390"/>
                </a:lnTo>
                <a:lnTo>
                  <a:pt x="263830" y="414021"/>
                </a:lnTo>
                <a:lnTo>
                  <a:pt x="305" y="408940"/>
                </a:lnTo>
                <a:cubicBezTo>
                  <a:pt x="1363" y="340360"/>
                  <a:pt x="-753" y="182880"/>
                  <a:pt x="305" y="114300"/>
                </a:cubicBezTo>
                <a:close/>
              </a:path>
            </a:pathLst>
          </a:cu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2458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7C6BA47-136E-4ECC-9EB4-371176DCD2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4" r="50022" b="60466"/>
          <a:stretch/>
        </p:blipFill>
        <p:spPr>
          <a:xfrm>
            <a:off x="1099" y="0"/>
            <a:ext cx="2436996" cy="1928917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7BD7F603-B8D7-4E87-9F47-674D5CF9D48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22" t="-1" b="-22"/>
          <a:stretch/>
        </p:blipFill>
        <p:spPr>
          <a:xfrm>
            <a:off x="2439194" y="0"/>
            <a:ext cx="2436996" cy="4877289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FA6D28E8-9FD4-47AA-8A2F-B590E36D089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535" r="50022"/>
          <a:stretch/>
        </p:blipFill>
        <p:spPr>
          <a:xfrm>
            <a:off x="0" y="1928917"/>
            <a:ext cx="2436996" cy="2948372"/>
          </a:xfrm>
          <a:prstGeom prst="rect">
            <a:avLst/>
          </a:prstGeom>
        </p:spPr>
      </p:pic>
      <p:sp>
        <p:nvSpPr>
          <p:cNvPr id="6" name="矩形 1">
            <a:extLst>
              <a:ext uri="{FF2B5EF4-FFF2-40B4-BE49-F238E27FC236}">
                <a16:creationId xmlns:a16="http://schemas.microsoft.com/office/drawing/2014/main" id="{776B9594-47DF-43BE-AC76-C9B1DAFC1F99}"/>
              </a:ext>
            </a:extLst>
          </p:cNvPr>
          <p:cNvSpPr/>
          <p:nvPr/>
        </p:nvSpPr>
        <p:spPr>
          <a:xfrm>
            <a:off x="3657692" y="4207297"/>
            <a:ext cx="447980" cy="471170"/>
          </a:xfrm>
          <a:custGeom>
            <a:avLst/>
            <a:gdLst>
              <a:gd name="connsiteX0" fmla="*/ 0 w 388620"/>
              <a:gd name="connsiteY0" fmla="*/ 0 h 320040"/>
              <a:gd name="connsiteX1" fmla="*/ 388620 w 388620"/>
              <a:gd name="connsiteY1" fmla="*/ 0 h 320040"/>
              <a:gd name="connsiteX2" fmla="*/ 388620 w 388620"/>
              <a:gd name="connsiteY2" fmla="*/ 320040 h 320040"/>
              <a:gd name="connsiteX3" fmla="*/ 0 w 388620"/>
              <a:gd name="connsiteY3" fmla="*/ 320040 h 320040"/>
              <a:gd name="connsiteX4" fmla="*/ 0 w 388620"/>
              <a:gd name="connsiteY4" fmla="*/ 0 h 320040"/>
              <a:gd name="connsiteX0" fmla="*/ 0 w 388620"/>
              <a:gd name="connsiteY0" fmla="*/ 123825 h 443865"/>
              <a:gd name="connsiteX1" fmla="*/ 331470 w 388620"/>
              <a:gd name="connsiteY1" fmla="*/ 0 h 443865"/>
              <a:gd name="connsiteX2" fmla="*/ 388620 w 388620"/>
              <a:gd name="connsiteY2" fmla="*/ 443865 h 443865"/>
              <a:gd name="connsiteX3" fmla="*/ 0 w 388620"/>
              <a:gd name="connsiteY3" fmla="*/ 443865 h 443865"/>
              <a:gd name="connsiteX4" fmla="*/ 0 w 388620"/>
              <a:gd name="connsiteY4" fmla="*/ 123825 h 443865"/>
              <a:gd name="connsiteX0" fmla="*/ 0 w 474345"/>
              <a:gd name="connsiteY0" fmla="*/ 123825 h 443865"/>
              <a:gd name="connsiteX1" fmla="*/ 331470 w 474345"/>
              <a:gd name="connsiteY1" fmla="*/ 0 h 443865"/>
              <a:gd name="connsiteX2" fmla="*/ 474345 w 474345"/>
              <a:gd name="connsiteY2" fmla="*/ 351790 h 443865"/>
              <a:gd name="connsiteX3" fmla="*/ 0 w 474345"/>
              <a:gd name="connsiteY3" fmla="*/ 443865 h 443865"/>
              <a:gd name="connsiteX4" fmla="*/ 0 w 474345"/>
              <a:gd name="connsiteY4" fmla="*/ 123825 h 443865"/>
              <a:gd name="connsiteX0" fmla="*/ 0 w 474345"/>
              <a:gd name="connsiteY0" fmla="*/ 123825 h 443865"/>
              <a:gd name="connsiteX1" fmla="*/ 331470 w 474345"/>
              <a:gd name="connsiteY1" fmla="*/ 0 h 443865"/>
              <a:gd name="connsiteX2" fmla="*/ 474345 w 474345"/>
              <a:gd name="connsiteY2" fmla="*/ 351790 h 443865"/>
              <a:gd name="connsiteX3" fmla="*/ 273050 w 474345"/>
              <a:gd name="connsiteY3" fmla="*/ 394971 h 443865"/>
              <a:gd name="connsiteX4" fmla="*/ 0 w 474345"/>
              <a:gd name="connsiteY4" fmla="*/ 443865 h 443865"/>
              <a:gd name="connsiteX5" fmla="*/ 0 w 474345"/>
              <a:gd name="connsiteY5" fmla="*/ 123825 h 443865"/>
              <a:gd name="connsiteX0" fmla="*/ 0 w 474345"/>
              <a:gd name="connsiteY0" fmla="*/ 123825 h 556896"/>
              <a:gd name="connsiteX1" fmla="*/ 331470 w 474345"/>
              <a:gd name="connsiteY1" fmla="*/ 0 h 556896"/>
              <a:gd name="connsiteX2" fmla="*/ 474345 w 474345"/>
              <a:gd name="connsiteY2" fmla="*/ 351790 h 556896"/>
              <a:gd name="connsiteX3" fmla="*/ 266700 w 474345"/>
              <a:gd name="connsiteY3" fmla="*/ 556896 h 556896"/>
              <a:gd name="connsiteX4" fmla="*/ 0 w 474345"/>
              <a:gd name="connsiteY4" fmla="*/ 443865 h 556896"/>
              <a:gd name="connsiteX5" fmla="*/ 0 w 474345"/>
              <a:gd name="connsiteY5" fmla="*/ 123825 h 556896"/>
              <a:gd name="connsiteX0" fmla="*/ 0 w 474345"/>
              <a:gd name="connsiteY0" fmla="*/ 123825 h 585471"/>
              <a:gd name="connsiteX1" fmla="*/ 331470 w 474345"/>
              <a:gd name="connsiteY1" fmla="*/ 0 h 585471"/>
              <a:gd name="connsiteX2" fmla="*/ 474345 w 474345"/>
              <a:gd name="connsiteY2" fmla="*/ 351790 h 585471"/>
              <a:gd name="connsiteX3" fmla="*/ 282575 w 474345"/>
              <a:gd name="connsiteY3" fmla="*/ 585471 h 585471"/>
              <a:gd name="connsiteX4" fmla="*/ 0 w 474345"/>
              <a:gd name="connsiteY4" fmla="*/ 443865 h 585471"/>
              <a:gd name="connsiteX5" fmla="*/ 0 w 474345"/>
              <a:gd name="connsiteY5" fmla="*/ 123825 h 585471"/>
              <a:gd name="connsiteX0" fmla="*/ 0 w 353695"/>
              <a:gd name="connsiteY0" fmla="*/ 123825 h 585471"/>
              <a:gd name="connsiteX1" fmla="*/ 331470 w 353695"/>
              <a:gd name="connsiteY1" fmla="*/ 0 h 585471"/>
              <a:gd name="connsiteX2" fmla="*/ 353695 w 353695"/>
              <a:gd name="connsiteY2" fmla="*/ 354965 h 585471"/>
              <a:gd name="connsiteX3" fmla="*/ 282575 w 353695"/>
              <a:gd name="connsiteY3" fmla="*/ 585471 h 585471"/>
              <a:gd name="connsiteX4" fmla="*/ 0 w 353695"/>
              <a:gd name="connsiteY4" fmla="*/ 443865 h 585471"/>
              <a:gd name="connsiteX5" fmla="*/ 0 w 353695"/>
              <a:gd name="connsiteY5" fmla="*/ 123825 h 585471"/>
              <a:gd name="connsiteX0" fmla="*/ 0 w 353695"/>
              <a:gd name="connsiteY0" fmla="*/ 88900 h 550546"/>
              <a:gd name="connsiteX1" fmla="*/ 283845 w 353695"/>
              <a:gd name="connsiteY1" fmla="*/ 0 h 550546"/>
              <a:gd name="connsiteX2" fmla="*/ 353695 w 353695"/>
              <a:gd name="connsiteY2" fmla="*/ 320040 h 550546"/>
              <a:gd name="connsiteX3" fmla="*/ 282575 w 353695"/>
              <a:gd name="connsiteY3" fmla="*/ 550546 h 550546"/>
              <a:gd name="connsiteX4" fmla="*/ 0 w 353695"/>
              <a:gd name="connsiteY4" fmla="*/ 408940 h 550546"/>
              <a:gd name="connsiteX5" fmla="*/ 0 w 353695"/>
              <a:gd name="connsiteY5" fmla="*/ 88900 h 550546"/>
              <a:gd name="connsiteX0" fmla="*/ 0 w 375920"/>
              <a:gd name="connsiteY0" fmla="*/ 88900 h 550546"/>
              <a:gd name="connsiteX1" fmla="*/ 283845 w 375920"/>
              <a:gd name="connsiteY1" fmla="*/ 0 h 550546"/>
              <a:gd name="connsiteX2" fmla="*/ 375920 w 375920"/>
              <a:gd name="connsiteY2" fmla="*/ 199390 h 550546"/>
              <a:gd name="connsiteX3" fmla="*/ 282575 w 375920"/>
              <a:gd name="connsiteY3" fmla="*/ 550546 h 550546"/>
              <a:gd name="connsiteX4" fmla="*/ 0 w 375920"/>
              <a:gd name="connsiteY4" fmla="*/ 408940 h 550546"/>
              <a:gd name="connsiteX5" fmla="*/ 0 w 375920"/>
              <a:gd name="connsiteY5" fmla="*/ 88900 h 550546"/>
              <a:gd name="connsiteX0" fmla="*/ 0 w 375920"/>
              <a:gd name="connsiteY0" fmla="*/ 88900 h 414021"/>
              <a:gd name="connsiteX1" fmla="*/ 283845 w 375920"/>
              <a:gd name="connsiteY1" fmla="*/ 0 h 414021"/>
              <a:gd name="connsiteX2" fmla="*/ 375920 w 375920"/>
              <a:gd name="connsiteY2" fmla="*/ 199390 h 414021"/>
              <a:gd name="connsiteX3" fmla="*/ 263525 w 375920"/>
              <a:gd name="connsiteY3" fmla="*/ 414021 h 414021"/>
              <a:gd name="connsiteX4" fmla="*/ 0 w 375920"/>
              <a:gd name="connsiteY4" fmla="*/ 408940 h 414021"/>
              <a:gd name="connsiteX5" fmla="*/ 0 w 375920"/>
              <a:gd name="connsiteY5" fmla="*/ 88900 h 414021"/>
              <a:gd name="connsiteX0" fmla="*/ 3175 w 375920"/>
              <a:gd name="connsiteY0" fmla="*/ 203200 h 414021"/>
              <a:gd name="connsiteX1" fmla="*/ 283845 w 375920"/>
              <a:gd name="connsiteY1" fmla="*/ 0 h 414021"/>
              <a:gd name="connsiteX2" fmla="*/ 375920 w 375920"/>
              <a:gd name="connsiteY2" fmla="*/ 199390 h 414021"/>
              <a:gd name="connsiteX3" fmla="*/ 263525 w 375920"/>
              <a:gd name="connsiteY3" fmla="*/ 414021 h 414021"/>
              <a:gd name="connsiteX4" fmla="*/ 0 w 375920"/>
              <a:gd name="connsiteY4" fmla="*/ 408940 h 414021"/>
              <a:gd name="connsiteX5" fmla="*/ 3175 w 375920"/>
              <a:gd name="connsiteY5" fmla="*/ 203200 h 414021"/>
              <a:gd name="connsiteX0" fmla="*/ 305 w 376225"/>
              <a:gd name="connsiteY0" fmla="*/ 114300 h 414021"/>
              <a:gd name="connsiteX1" fmla="*/ 284150 w 376225"/>
              <a:gd name="connsiteY1" fmla="*/ 0 h 414021"/>
              <a:gd name="connsiteX2" fmla="*/ 376225 w 376225"/>
              <a:gd name="connsiteY2" fmla="*/ 199390 h 414021"/>
              <a:gd name="connsiteX3" fmla="*/ 263830 w 376225"/>
              <a:gd name="connsiteY3" fmla="*/ 414021 h 414021"/>
              <a:gd name="connsiteX4" fmla="*/ 305 w 376225"/>
              <a:gd name="connsiteY4" fmla="*/ 408940 h 414021"/>
              <a:gd name="connsiteX5" fmla="*/ 305 w 376225"/>
              <a:gd name="connsiteY5" fmla="*/ 114300 h 414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6225" h="414021">
                <a:moveTo>
                  <a:pt x="305" y="114300"/>
                </a:moveTo>
                <a:lnTo>
                  <a:pt x="284150" y="0"/>
                </a:lnTo>
                <a:lnTo>
                  <a:pt x="376225" y="199390"/>
                </a:lnTo>
                <a:lnTo>
                  <a:pt x="263830" y="414021"/>
                </a:lnTo>
                <a:lnTo>
                  <a:pt x="305" y="408940"/>
                </a:lnTo>
                <a:cubicBezTo>
                  <a:pt x="1363" y="340360"/>
                  <a:pt x="-753" y="182880"/>
                  <a:pt x="305" y="114300"/>
                </a:cubicBezTo>
                <a:close/>
              </a:path>
            </a:pathLst>
          </a:cu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1">
            <a:extLst>
              <a:ext uri="{FF2B5EF4-FFF2-40B4-BE49-F238E27FC236}">
                <a16:creationId xmlns:a16="http://schemas.microsoft.com/office/drawing/2014/main" id="{A7E335EE-4865-4865-84D2-06AABB688C6F}"/>
              </a:ext>
            </a:extLst>
          </p:cNvPr>
          <p:cNvSpPr/>
          <p:nvPr/>
        </p:nvSpPr>
        <p:spPr>
          <a:xfrm rot="14077455">
            <a:off x="3626197" y="3374699"/>
            <a:ext cx="274228" cy="295279"/>
          </a:xfrm>
          <a:custGeom>
            <a:avLst/>
            <a:gdLst>
              <a:gd name="connsiteX0" fmla="*/ 0 w 388620"/>
              <a:gd name="connsiteY0" fmla="*/ 0 h 320040"/>
              <a:gd name="connsiteX1" fmla="*/ 388620 w 388620"/>
              <a:gd name="connsiteY1" fmla="*/ 0 h 320040"/>
              <a:gd name="connsiteX2" fmla="*/ 388620 w 388620"/>
              <a:gd name="connsiteY2" fmla="*/ 320040 h 320040"/>
              <a:gd name="connsiteX3" fmla="*/ 0 w 388620"/>
              <a:gd name="connsiteY3" fmla="*/ 320040 h 320040"/>
              <a:gd name="connsiteX4" fmla="*/ 0 w 388620"/>
              <a:gd name="connsiteY4" fmla="*/ 0 h 320040"/>
              <a:gd name="connsiteX0" fmla="*/ 0 w 388620"/>
              <a:gd name="connsiteY0" fmla="*/ 123825 h 443865"/>
              <a:gd name="connsiteX1" fmla="*/ 331470 w 388620"/>
              <a:gd name="connsiteY1" fmla="*/ 0 h 443865"/>
              <a:gd name="connsiteX2" fmla="*/ 388620 w 388620"/>
              <a:gd name="connsiteY2" fmla="*/ 443865 h 443865"/>
              <a:gd name="connsiteX3" fmla="*/ 0 w 388620"/>
              <a:gd name="connsiteY3" fmla="*/ 443865 h 443865"/>
              <a:gd name="connsiteX4" fmla="*/ 0 w 388620"/>
              <a:gd name="connsiteY4" fmla="*/ 123825 h 443865"/>
              <a:gd name="connsiteX0" fmla="*/ 0 w 474345"/>
              <a:gd name="connsiteY0" fmla="*/ 123825 h 443865"/>
              <a:gd name="connsiteX1" fmla="*/ 331470 w 474345"/>
              <a:gd name="connsiteY1" fmla="*/ 0 h 443865"/>
              <a:gd name="connsiteX2" fmla="*/ 474345 w 474345"/>
              <a:gd name="connsiteY2" fmla="*/ 351790 h 443865"/>
              <a:gd name="connsiteX3" fmla="*/ 0 w 474345"/>
              <a:gd name="connsiteY3" fmla="*/ 443865 h 443865"/>
              <a:gd name="connsiteX4" fmla="*/ 0 w 474345"/>
              <a:gd name="connsiteY4" fmla="*/ 123825 h 443865"/>
              <a:gd name="connsiteX0" fmla="*/ 0 w 474345"/>
              <a:gd name="connsiteY0" fmla="*/ 123825 h 443865"/>
              <a:gd name="connsiteX1" fmla="*/ 331470 w 474345"/>
              <a:gd name="connsiteY1" fmla="*/ 0 h 443865"/>
              <a:gd name="connsiteX2" fmla="*/ 474345 w 474345"/>
              <a:gd name="connsiteY2" fmla="*/ 351790 h 443865"/>
              <a:gd name="connsiteX3" fmla="*/ 273050 w 474345"/>
              <a:gd name="connsiteY3" fmla="*/ 394971 h 443865"/>
              <a:gd name="connsiteX4" fmla="*/ 0 w 474345"/>
              <a:gd name="connsiteY4" fmla="*/ 443865 h 443865"/>
              <a:gd name="connsiteX5" fmla="*/ 0 w 474345"/>
              <a:gd name="connsiteY5" fmla="*/ 123825 h 443865"/>
              <a:gd name="connsiteX0" fmla="*/ 0 w 474345"/>
              <a:gd name="connsiteY0" fmla="*/ 123825 h 556896"/>
              <a:gd name="connsiteX1" fmla="*/ 331470 w 474345"/>
              <a:gd name="connsiteY1" fmla="*/ 0 h 556896"/>
              <a:gd name="connsiteX2" fmla="*/ 474345 w 474345"/>
              <a:gd name="connsiteY2" fmla="*/ 351790 h 556896"/>
              <a:gd name="connsiteX3" fmla="*/ 266700 w 474345"/>
              <a:gd name="connsiteY3" fmla="*/ 556896 h 556896"/>
              <a:gd name="connsiteX4" fmla="*/ 0 w 474345"/>
              <a:gd name="connsiteY4" fmla="*/ 443865 h 556896"/>
              <a:gd name="connsiteX5" fmla="*/ 0 w 474345"/>
              <a:gd name="connsiteY5" fmla="*/ 123825 h 556896"/>
              <a:gd name="connsiteX0" fmla="*/ 0 w 474345"/>
              <a:gd name="connsiteY0" fmla="*/ 123825 h 585471"/>
              <a:gd name="connsiteX1" fmla="*/ 331470 w 474345"/>
              <a:gd name="connsiteY1" fmla="*/ 0 h 585471"/>
              <a:gd name="connsiteX2" fmla="*/ 474345 w 474345"/>
              <a:gd name="connsiteY2" fmla="*/ 351790 h 585471"/>
              <a:gd name="connsiteX3" fmla="*/ 282575 w 474345"/>
              <a:gd name="connsiteY3" fmla="*/ 585471 h 585471"/>
              <a:gd name="connsiteX4" fmla="*/ 0 w 474345"/>
              <a:gd name="connsiteY4" fmla="*/ 443865 h 585471"/>
              <a:gd name="connsiteX5" fmla="*/ 0 w 474345"/>
              <a:gd name="connsiteY5" fmla="*/ 123825 h 585471"/>
              <a:gd name="connsiteX0" fmla="*/ 0 w 353695"/>
              <a:gd name="connsiteY0" fmla="*/ 123825 h 585471"/>
              <a:gd name="connsiteX1" fmla="*/ 331470 w 353695"/>
              <a:gd name="connsiteY1" fmla="*/ 0 h 585471"/>
              <a:gd name="connsiteX2" fmla="*/ 353695 w 353695"/>
              <a:gd name="connsiteY2" fmla="*/ 354965 h 585471"/>
              <a:gd name="connsiteX3" fmla="*/ 282575 w 353695"/>
              <a:gd name="connsiteY3" fmla="*/ 585471 h 585471"/>
              <a:gd name="connsiteX4" fmla="*/ 0 w 353695"/>
              <a:gd name="connsiteY4" fmla="*/ 443865 h 585471"/>
              <a:gd name="connsiteX5" fmla="*/ 0 w 353695"/>
              <a:gd name="connsiteY5" fmla="*/ 123825 h 585471"/>
              <a:gd name="connsiteX0" fmla="*/ 0 w 353695"/>
              <a:gd name="connsiteY0" fmla="*/ 88900 h 550546"/>
              <a:gd name="connsiteX1" fmla="*/ 283845 w 353695"/>
              <a:gd name="connsiteY1" fmla="*/ 0 h 550546"/>
              <a:gd name="connsiteX2" fmla="*/ 353695 w 353695"/>
              <a:gd name="connsiteY2" fmla="*/ 320040 h 550546"/>
              <a:gd name="connsiteX3" fmla="*/ 282575 w 353695"/>
              <a:gd name="connsiteY3" fmla="*/ 550546 h 550546"/>
              <a:gd name="connsiteX4" fmla="*/ 0 w 353695"/>
              <a:gd name="connsiteY4" fmla="*/ 408940 h 550546"/>
              <a:gd name="connsiteX5" fmla="*/ 0 w 353695"/>
              <a:gd name="connsiteY5" fmla="*/ 88900 h 550546"/>
              <a:gd name="connsiteX0" fmla="*/ 0 w 375920"/>
              <a:gd name="connsiteY0" fmla="*/ 88900 h 550546"/>
              <a:gd name="connsiteX1" fmla="*/ 283845 w 375920"/>
              <a:gd name="connsiteY1" fmla="*/ 0 h 550546"/>
              <a:gd name="connsiteX2" fmla="*/ 375920 w 375920"/>
              <a:gd name="connsiteY2" fmla="*/ 199390 h 550546"/>
              <a:gd name="connsiteX3" fmla="*/ 282575 w 375920"/>
              <a:gd name="connsiteY3" fmla="*/ 550546 h 550546"/>
              <a:gd name="connsiteX4" fmla="*/ 0 w 375920"/>
              <a:gd name="connsiteY4" fmla="*/ 408940 h 550546"/>
              <a:gd name="connsiteX5" fmla="*/ 0 w 375920"/>
              <a:gd name="connsiteY5" fmla="*/ 88900 h 550546"/>
              <a:gd name="connsiteX0" fmla="*/ 0 w 375920"/>
              <a:gd name="connsiteY0" fmla="*/ 88900 h 414021"/>
              <a:gd name="connsiteX1" fmla="*/ 283845 w 375920"/>
              <a:gd name="connsiteY1" fmla="*/ 0 h 414021"/>
              <a:gd name="connsiteX2" fmla="*/ 375920 w 375920"/>
              <a:gd name="connsiteY2" fmla="*/ 199390 h 414021"/>
              <a:gd name="connsiteX3" fmla="*/ 263525 w 375920"/>
              <a:gd name="connsiteY3" fmla="*/ 414021 h 414021"/>
              <a:gd name="connsiteX4" fmla="*/ 0 w 375920"/>
              <a:gd name="connsiteY4" fmla="*/ 408940 h 414021"/>
              <a:gd name="connsiteX5" fmla="*/ 0 w 375920"/>
              <a:gd name="connsiteY5" fmla="*/ 88900 h 414021"/>
              <a:gd name="connsiteX0" fmla="*/ 3175 w 375920"/>
              <a:gd name="connsiteY0" fmla="*/ 203200 h 414021"/>
              <a:gd name="connsiteX1" fmla="*/ 283845 w 375920"/>
              <a:gd name="connsiteY1" fmla="*/ 0 h 414021"/>
              <a:gd name="connsiteX2" fmla="*/ 375920 w 375920"/>
              <a:gd name="connsiteY2" fmla="*/ 199390 h 414021"/>
              <a:gd name="connsiteX3" fmla="*/ 263525 w 375920"/>
              <a:gd name="connsiteY3" fmla="*/ 414021 h 414021"/>
              <a:gd name="connsiteX4" fmla="*/ 0 w 375920"/>
              <a:gd name="connsiteY4" fmla="*/ 408940 h 414021"/>
              <a:gd name="connsiteX5" fmla="*/ 3175 w 375920"/>
              <a:gd name="connsiteY5" fmla="*/ 203200 h 414021"/>
              <a:gd name="connsiteX0" fmla="*/ 305 w 376225"/>
              <a:gd name="connsiteY0" fmla="*/ 114300 h 414021"/>
              <a:gd name="connsiteX1" fmla="*/ 284150 w 376225"/>
              <a:gd name="connsiteY1" fmla="*/ 0 h 414021"/>
              <a:gd name="connsiteX2" fmla="*/ 376225 w 376225"/>
              <a:gd name="connsiteY2" fmla="*/ 199390 h 414021"/>
              <a:gd name="connsiteX3" fmla="*/ 263830 w 376225"/>
              <a:gd name="connsiteY3" fmla="*/ 414021 h 414021"/>
              <a:gd name="connsiteX4" fmla="*/ 305 w 376225"/>
              <a:gd name="connsiteY4" fmla="*/ 408940 h 414021"/>
              <a:gd name="connsiteX5" fmla="*/ 305 w 376225"/>
              <a:gd name="connsiteY5" fmla="*/ 114300 h 414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6225" h="414021">
                <a:moveTo>
                  <a:pt x="305" y="114300"/>
                </a:moveTo>
                <a:lnTo>
                  <a:pt x="284150" y="0"/>
                </a:lnTo>
                <a:lnTo>
                  <a:pt x="376225" y="199390"/>
                </a:lnTo>
                <a:lnTo>
                  <a:pt x="263830" y="414021"/>
                </a:lnTo>
                <a:lnTo>
                  <a:pt x="305" y="408940"/>
                </a:lnTo>
                <a:cubicBezTo>
                  <a:pt x="1363" y="340360"/>
                  <a:pt x="-753" y="182880"/>
                  <a:pt x="305" y="114300"/>
                </a:cubicBezTo>
                <a:close/>
              </a:path>
            </a:pathLst>
          </a:cu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1">
            <a:extLst>
              <a:ext uri="{FF2B5EF4-FFF2-40B4-BE49-F238E27FC236}">
                <a16:creationId xmlns:a16="http://schemas.microsoft.com/office/drawing/2014/main" id="{007D6185-52F1-4F68-BEA6-A796787CD265}"/>
              </a:ext>
            </a:extLst>
          </p:cNvPr>
          <p:cNvSpPr/>
          <p:nvPr/>
        </p:nvSpPr>
        <p:spPr>
          <a:xfrm rot="6909260">
            <a:off x="3029107" y="3789773"/>
            <a:ext cx="447980" cy="471170"/>
          </a:xfrm>
          <a:custGeom>
            <a:avLst/>
            <a:gdLst>
              <a:gd name="connsiteX0" fmla="*/ 0 w 388620"/>
              <a:gd name="connsiteY0" fmla="*/ 0 h 320040"/>
              <a:gd name="connsiteX1" fmla="*/ 388620 w 388620"/>
              <a:gd name="connsiteY1" fmla="*/ 0 h 320040"/>
              <a:gd name="connsiteX2" fmla="*/ 388620 w 388620"/>
              <a:gd name="connsiteY2" fmla="*/ 320040 h 320040"/>
              <a:gd name="connsiteX3" fmla="*/ 0 w 388620"/>
              <a:gd name="connsiteY3" fmla="*/ 320040 h 320040"/>
              <a:gd name="connsiteX4" fmla="*/ 0 w 388620"/>
              <a:gd name="connsiteY4" fmla="*/ 0 h 320040"/>
              <a:gd name="connsiteX0" fmla="*/ 0 w 388620"/>
              <a:gd name="connsiteY0" fmla="*/ 123825 h 443865"/>
              <a:gd name="connsiteX1" fmla="*/ 331470 w 388620"/>
              <a:gd name="connsiteY1" fmla="*/ 0 h 443865"/>
              <a:gd name="connsiteX2" fmla="*/ 388620 w 388620"/>
              <a:gd name="connsiteY2" fmla="*/ 443865 h 443865"/>
              <a:gd name="connsiteX3" fmla="*/ 0 w 388620"/>
              <a:gd name="connsiteY3" fmla="*/ 443865 h 443865"/>
              <a:gd name="connsiteX4" fmla="*/ 0 w 388620"/>
              <a:gd name="connsiteY4" fmla="*/ 123825 h 443865"/>
              <a:gd name="connsiteX0" fmla="*/ 0 w 474345"/>
              <a:gd name="connsiteY0" fmla="*/ 123825 h 443865"/>
              <a:gd name="connsiteX1" fmla="*/ 331470 w 474345"/>
              <a:gd name="connsiteY1" fmla="*/ 0 h 443865"/>
              <a:gd name="connsiteX2" fmla="*/ 474345 w 474345"/>
              <a:gd name="connsiteY2" fmla="*/ 351790 h 443865"/>
              <a:gd name="connsiteX3" fmla="*/ 0 w 474345"/>
              <a:gd name="connsiteY3" fmla="*/ 443865 h 443865"/>
              <a:gd name="connsiteX4" fmla="*/ 0 w 474345"/>
              <a:gd name="connsiteY4" fmla="*/ 123825 h 443865"/>
              <a:gd name="connsiteX0" fmla="*/ 0 w 474345"/>
              <a:gd name="connsiteY0" fmla="*/ 123825 h 443865"/>
              <a:gd name="connsiteX1" fmla="*/ 331470 w 474345"/>
              <a:gd name="connsiteY1" fmla="*/ 0 h 443865"/>
              <a:gd name="connsiteX2" fmla="*/ 474345 w 474345"/>
              <a:gd name="connsiteY2" fmla="*/ 351790 h 443865"/>
              <a:gd name="connsiteX3" fmla="*/ 273050 w 474345"/>
              <a:gd name="connsiteY3" fmla="*/ 394971 h 443865"/>
              <a:gd name="connsiteX4" fmla="*/ 0 w 474345"/>
              <a:gd name="connsiteY4" fmla="*/ 443865 h 443865"/>
              <a:gd name="connsiteX5" fmla="*/ 0 w 474345"/>
              <a:gd name="connsiteY5" fmla="*/ 123825 h 443865"/>
              <a:gd name="connsiteX0" fmla="*/ 0 w 474345"/>
              <a:gd name="connsiteY0" fmla="*/ 123825 h 556896"/>
              <a:gd name="connsiteX1" fmla="*/ 331470 w 474345"/>
              <a:gd name="connsiteY1" fmla="*/ 0 h 556896"/>
              <a:gd name="connsiteX2" fmla="*/ 474345 w 474345"/>
              <a:gd name="connsiteY2" fmla="*/ 351790 h 556896"/>
              <a:gd name="connsiteX3" fmla="*/ 266700 w 474345"/>
              <a:gd name="connsiteY3" fmla="*/ 556896 h 556896"/>
              <a:gd name="connsiteX4" fmla="*/ 0 w 474345"/>
              <a:gd name="connsiteY4" fmla="*/ 443865 h 556896"/>
              <a:gd name="connsiteX5" fmla="*/ 0 w 474345"/>
              <a:gd name="connsiteY5" fmla="*/ 123825 h 556896"/>
              <a:gd name="connsiteX0" fmla="*/ 0 w 474345"/>
              <a:gd name="connsiteY0" fmla="*/ 123825 h 585471"/>
              <a:gd name="connsiteX1" fmla="*/ 331470 w 474345"/>
              <a:gd name="connsiteY1" fmla="*/ 0 h 585471"/>
              <a:gd name="connsiteX2" fmla="*/ 474345 w 474345"/>
              <a:gd name="connsiteY2" fmla="*/ 351790 h 585471"/>
              <a:gd name="connsiteX3" fmla="*/ 282575 w 474345"/>
              <a:gd name="connsiteY3" fmla="*/ 585471 h 585471"/>
              <a:gd name="connsiteX4" fmla="*/ 0 w 474345"/>
              <a:gd name="connsiteY4" fmla="*/ 443865 h 585471"/>
              <a:gd name="connsiteX5" fmla="*/ 0 w 474345"/>
              <a:gd name="connsiteY5" fmla="*/ 123825 h 585471"/>
              <a:gd name="connsiteX0" fmla="*/ 0 w 353695"/>
              <a:gd name="connsiteY0" fmla="*/ 123825 h 585471"/>
              <a:gd name="connsiteX1" fmla="*/ 331470 w 353695"/>
              <a:gd name="connsiteY1" fmla="*/ 0 h 585471"/>
              <a:gd name="connsiteX2" fmla="*/ 353695 w 353695"/>
              <a:gd name="connsiteY2" fmla="*/ 354965 h 585471"/>
              <a:gd name="connsiteX3" fmla="*/ 282575 w 353695"/>
              <a:gd name="connsiteY3" fmla="*/ 585471 h 585471"/>
              <a:gd name="connsiteX4" fmla="*/ 0 w 353695"/>
              <a:gd name="connsiteY4" fmla="*/ 443865 h 585471"/>
              <a:gd name="connsiteX5" fmla="*/ 0 w 353695"/>
              <a:gd name="connsiteY5" fmla="*/ 123825 h 585471"/>
              <a:gd name="connsiteX0" fmla="*/ 0 w 353695"/>
              <a:gd name="connsiteY0" fmla="*/ 88900 h 550546"/>
              <a:gd name="connsiteX1" fmla="*/ 283845 w 353695"/>
              <a:gd name="connsiteY1" fmla="*/ 0 h 550546"/>
              <a:gd name="connsiteX2" fmla="*/ 353695 w 353695"/>
              <a:gd name="connsiteY2" fmla="*/ 320040 h 550546"/>
              <a:gd name="connsiteX3" fmla="*/ 282575 w 353695"/>
              <a:gd name="connsiteY3" fmla="*/ 550546 h 550546"/>
              <a:gd name="connsiteX4" fmla="*/ 0 w 353695"/>
              <a:gd name="connsiteY4" fmla="*/ 408940 h 550546"/>
              <a:gd name="connsiteX5" fmla="*/ 0 w 353695"/>
              <a:gd name="connsiteY5" fmla="*/ 88900 h 550546"/>
              <a:gd name="connsiteX0" fmla="*/ 0 w 375920"/>
              <a:gd name="connsiteY0" fmla="*/ 88900 h 550546"/>
              <a:gd name="connsiteX1" fmla="*/ 283845 w 375920"/>
              <a:gd name="connsiteY1" fmla="*/ 0 h 550546"/>
              <a:gd name="connsiteX2" fmla="*/ 375920 w 375920"/>
              <a:gd name="connsiteY2" fmla="*/ 199390 h 550546"/>
              <a:gd name="connsiteX3" fmla="*/ 282575 w 375920"/>
              <a:gd name="connsiteY3" fmla="*/ 550546 h 550546"/>
              <a:gd name="connsiteX4" fmla="*/ 0 w 375920"/>
              <a:gd name="connsiteY4" fmla="*/ 408940 h 550546"/>
              <a:gd name="connsiteX5" fmla="*/ 0 w 375920"/>
              <a:gd name="connsiteY5" fmla="*/ 88900 h 550546"/>
              <a:gd name="connsiteX0" fmla="*/ 0 w 375920"/>
              <a:gd name="connsiteY0" fmla="*/ 88900 h 414021"/>
              <a:gd name="connsiteX1" fmla="*/ 283845 w 375920"/>
              <a:gd name="connsiteY1" fmla="*/ 0 h 414021"/>
              <a:gd name="connsiteX2" fmla="*/ 375920 w 375920"/>
              <a:gd name="connsiteY2" fmla="*/ 199390 h 414021"/>
              <a:gd name="connsiteX3" fmla="*/ 263525 w 375920"/>
              <a:gd name="connsiteY3" fmla="*/ 414021 h 414021"/>
              <a:gd name="connsiteX4" fmla="*/ 0 w 375920"/>
              <a:gd name="connsiteY4" fmla="*/ 408940 h 414021"/>
              <a:gd name="connsiteX5" fmla="*/ 0 w 375920"/>
              <a:gd name="connsiteY5" fmla="*/ 88900 h 414021"/>
              <a:gd name="connsiteX0" fmla="*/ 3175 w 375920"/>
              <a:gd name="connsiteY0" fmla="*/ 203200 h 414021"/>
              <a:gd name="connsiteX1" fmla="*/ 283845 w 375920"/>
              <a:gd name="connsiteY1" fmla="*/ 0 h 414021"/>
              <a:gd name="connsiteX2" fmla="*/ 375920 w 375920"/>
              <a:gd name="connsiteY2" fmla="*/ 199390 h 414021"/>
              <a:gd name="connsiteX3" fmla="*/ 263525 w 375920"/>
              <a:gd name="connsiteY3" fmla="*/ 414021 h 414021"/>
              <a:gd name="connsiteX4" fmla="*/ 0 w 375920"/>
              <a:gd name="connsiteY4" fmla="*/ 408940 h 414021"/>
              <a:gd name="connsiteX5" fmla="*/ 3175 w 375920"/>
              <a:gd name="connsiteY5" fmla="*/ 203200 h 414021"/>
              <a:gd name="connsiteX0" fmla="*/ 305 w 376225"/>
              <a:gd name="connsiteY0" fmla="*/ 114300 h 414021"/>
              <a:gd name="connsiteX1" fmla="*/ 284150 w 376225"/>
              <a:gd name="connsiteY1" fmla="*/ 0 h 414021"/>
              <a:gd name="connsiteX2" fmla="*/ 376225 w 376225"/>
              <a:gd name="connsiteY2" fmla="*/ 199390 h 414021"/>
              <a:gd name="connsiteX3" fmla="*/ 263830 w 376225"/>
              <a:gd name="connsiteY3" fmla="*/ 414021 h 414021"/>
              <a:gd name="connsiteX4" fmla="*/ 305 w 376225"/>
              <a:gd name="connsiteY4" fmla="*/ 408940 h 414021"/>
              <a:gd name="connsiteX5" fmla="*/ 305 w 376225"/>
              <a:gd name="connsiteY5" fmla="*/ 114300 h 414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6225" h="414021">
                <a:moveTo>
                  <a:pt x="305" y="114300"/>
                </a:moveTo>
                <a:lnTo>
                  <a:pt x="284150" y="0"/>
                </a:lnTo>
                <a:lnTo>
                  <a:pt x="376225" y="199390"/>
                </a:lnTo>
                <a:lnTo>
                  <a:pt x="263830" y="414021"/>
                </a:lnTo>
                <a:lnTo>
                  <a:pt x="305" y="408940"/>
                </a:lnTo>
                <a:cubicBezTo>
                  <a:pt x="1363" y="340360"/>
                  <a:pt x="-753" y="182880"/>
                  <a:pt x="305" y="114300"/>
                </a:cubicBezTo>
                <a:close/>
              </a:path>
            </a:pathLst>
          </a:cu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1">
            <a:extLst>
              <a:ext uri="{FF2B5EF4-FFF2-40B4-BE49-F238E27FC236}">
                <a16:creationId xmlns:a16="http://schemas.microsoft.com/office/drawing/2014/main" id="{6F79B604-E47E-4821-B203-A6F6A7E9836B}"/>
              </a:ext>
            </a:extLst>
          </p:cNvPr>
          <p:cNvSpPr/>
          <p:nvPr/>
        </p:nvSpPr>
        <p:spPr>
          <a:xfrm rot="13692307">
            <a:off x="382868" y="2713886"/>
            <a:ext cx="447980" cy="471170"/>
          </a:xfrm>
          <a:custGeom>
            <a:avLst/>
            <a:gdLst>
              <a:gd name="connsiteX0" fmla="*/ 0 w 388620"/>
              <a:gd name="connsiteY0" fmla="*/ 0 h 320040"/>
              <a:gd name="connsiteX1" fmla="*/ 388620 w 388620"/>
              <a:gd name="connsiteY1" fmla="*/ 0 h 320040"/>
              <a:gd name="connsiteX2" fmla="*/ 388620 w 388620"/>
              <a:gd name="connsiteY2" fmla="*/ 320040 h 320040"/>
              <a:gd name="connsiteX3" fmla="*/ 0 w 388620"/>
              <a:gd name="connsiteY3" fmla="*/ 320040 h 320040"/>
              <a:gd name="connsiteX4" fmla="*/ 0 w 388620"/>
              <a:gd name="connsiteY4" fmla="*/ 0 h 320040"/>
              <a:gd name="connsiteX0" fmla="*/ 0 w 388620"/>
              <a:gd name="connsiteY0" fmla="*/ 123825 h 443865"/>
              <a:gd name="connsiteX1" fmla="*/ 331470 w 388620"/>
              <a:gd name="connsiteY1" fmla="*/ 0 h 443865"/>
              <a:gd name="connsiteX2" fmla="*/ 388620 w 388620"/>
              <a:gd name="connsiteY2" fmla="*/ 443865 h 443865"/>
              <a:gd name="connsiteX3" fmla="*/ 0 w 388620"/>
              <a:gd name="connsiteY3" fmla="*/ 443865 h 443865"/>
              <a:gd name="connsiteX4" fmla="*/ 0 w 388620"/>
              <a:gd name="connsiteY4" fmla="*/ 123825 h 443865"/>
              <a:gd name="connsiteX0" fmla="*/ 0 w 474345"/>
              <a:gd name="connsiteY0" fmla="*/ 123825 h 443865"/>
              <a:gd name="connsiteX1" fmla="*/ 331470 w 474345"/>
              <a:gd name="connsiteY1" fmla="*/ 0 h 443865"/>
              <a:gd name="connsiteX2" fmla="*/ 474345 w 474345"/>
              <a:gd name="connsiteY2" fmla="*/ 351790 h 443865"/>
              <a:gd name="connsiteX3" fmla="*/ 0 w 474345"/>
              <a:gd name="connsiteY3" fmla="*/ 443865 h 443865"/>
              <a:gd name="connsiteX4" fmla="*/ 0 w 474345"/>
              <a:gd name="connsiteY4" fmla="*/ 123825 h 443865"/>
              <a:gd name="connsiteX0" fmla="*/ 0 w 474345"/>
              <a:gd name="connsiteY0" fmla="*/ 123825 h 443865"/>
              <a:gd name="connsiteX1" fmla="*/ 331470 w 474345"/>
              <a:gd name="connsiteY1" fmla="*/ 0 h 443865"/>
              <a:gd name="connsiteX2" fmla="*/ 474345 w 474345"/>
              <a:gd name="connsiteY2" fmla="*/ 351790 h 443865"/>
              <a:gd name="connsiteX3" fmla="*/ 273050 w 474345"/>
              <a:gd name="connsiteY3" fmla="*/ 394971 h 443865"/>
              <a:gd name="connsiteX4" fmla="*/ 0 w 474345"/>
              <a:gd name="connsiteY4" fmla="*/ 443865 h 443865"/>
              <a:gd name="connsiteX5" fmla="*/ 0 w 474345"/>
              <a:gd name="connsiteY5" fmla="*/ 123825 h 443865"/>
              <a:gd name="connsiteX0" fmla="*/ 0 w 474345"/>
              <a:gd name="connsiteY0" fmla="*/ 123825 h 556896"/>
              <a:gd name="connsiteX1" fmla="*/ 331470 w 474345"/>
              <a:gd name="connsiteY1" fmla="*/ 0 h 556896"/>
              <a:gd name="connsiteX2" fmla="*/ 474345 w 474345"/>
              <a:gd name="connsiteY2" fmla="*/ 351790 h 556896"/>
              <a:gd name="connsiteX3" fmla="*/ 266700 w 474345"/>
              <a:gd name="connsiteY3" fmla="*/ 556896 h 556896"/>
              <a:gd name="connsiteX4" fmla="*/ 0 w 474345"/>
              <a:gd name="connsiteY4" fmla="*/ 443865 h 556896"/>
              <a:gd name="connsiteX5" fmla="*/ 0 w 474345"/>
              <a:gd name="connsiteY5" fmla="*/ 123825 h 556896"/>
              <a:gd name="connsiteX0" fmla="*/ 0 w 474345"/>
              <a:gd name="connsiteY0" fmla="*/ 123825 h 585471"/>
              <a:gd name="connsiteX1" fmla="*/ 331470 w 474345"/>
              <a:gd name="connsiteY1" fmla="*/ 0 h 585471"/>
              <a:gd name="connsiteX2" fmla="*/ 474345 w 474345"/>
              <a:gd name="connsiteY2" fmla="*/ 351790 h 585471"/>
              <a:gd name="connsiteX3" fmla="*/ 282575 w 474345"/>
              <a:gd name="connsiteY3" fmla="*/ 585471 h 585471"/>
              <a:gd name="connsiteX4" fmla="*/ 0 w 474345"/>
              <a:gd name="connsiteY4" fmla="*/ 443865 h 585471"/>
              <a:gd name="connsiteX5" fmla="*/ 0 w 474345"/>
              <a:gd name="connsiteY5" fmla="*/ 123825 h 585471"/>
              <a:gd name="connsiteX0" fmla="*/ 0 w 353695"/>
              <a:gd name="connsiteY0" fmla="*/ 123825 h 585471"/>
              <a:gd name="connsiteX1" fmla="*/ 331470 w 353695"/>
              <a:gd name="connsiteY1" fmla="*/ 0 h 585471"/>
              <a:gd name="connsiteX2" fmla="*/ 353695 w 353695"/>
              <a:gd name="connsiteY2" fmla="*/ 354965 h 585471"/>
              <a:gd name="connsiteX3" fmla="*/ 282575 w 353695"/>
              <a:gd name="connsiteY3" fmla="*/ 585471 h 585471"/>
              <a:gd name="connsiteX4" fmla="*/ 0 w 353695"/>
              <a:gd name="connsiteY4" fmla="*/ 443865 h 585471"/>
              <a:gd name="connsiteX5" fmla="*/ 0 w 353695"/>
              <a:gd name="connsiteY5" fmla="*/ 123825 h 585471"/>
              <a:gd name="connsiteX0" fmla="*/ 0 w 353695"/>
              <a:gd name="connsiteY0" fmla="*/ 88900 h 550546"/>
              <a:gd name="connsiteX1" fmla="*/ 283845 w 353695"/>
              <a:gd name="connsiteY1" fmla="*/ 0 h 550546"/>
              <a:gd name="connsiteX2" fmla="*/ 353695 w 353695"/>
              <a:gd name="connsiteY2" fmla="*/ 320040 h 550546"/>
              <a:gd name="connsiteX3" fmla="*/ 282575 w 353695"/>
              <a:gd name="connsiteY3" fmla="*/ 550546 h 550546"/>
              <a:gd name="connsiteX4" fmla="*/ 0 w 353695"/>
              <a:gd name="connsiteY4" fmla="*/ 408940 h 550546"/>
              <a:gd name="connsiteX5" fmla="*/ 0 w 353695"/>
              <a:gd name="connsiteY5" fmla="*/ 88900 h 550546"/>
              <a:gd name="connsiteX0" fmla="*/ 0 w 375920"/>
              <a:gd name="connsiteY0" fmla="*/ 88900 h 550546"/>
              <a:gd name="connsiteX1" fmla="*/ 283845 w 375920"/>
              <a:gd name="connsiteY1" fmla="*/ 0 h 550546"/>
              <a:gd name="connsiteX2" fmla="*/ 375920 w 375920"/>
              <a:gd name="connsiteY2" fmla="*/ 199390 h 550546"/>
              <a:gd name="connsiteX3" fmla="*/ 282575 w 375920"/>
              <a:gd name="connsiteY3" fmla="*/ 550546 h 550546"/>
              <a:gd name="connsiteX4" fmla="*/ 0 w 375920"/>
              <a:gd name="connsiteY4" fmla="*/ 408940 h 550546"/>
              <a:gd name="connsiteX5" fmla="*/ 0 w 375920"/>
              <a:gd name="connsiteY5" fmla="*/ 88900 h 550546"/>
              <a:gd name="connsiteX0" fmla="*/ 0 w 375920"/>
              <a:gd name="connsiteY0" fmla="*/ 88900 h 414021"/>
              <a:gd name="connsiteX1" fmla="*/ 283845 w 375920"/>
              <a:gd name="connsiteY1" fmla="*/ 0 h 414021"/>
              <a:gd name="connsiteX2" fmla="*/ 375920 w 375920"/>
              <a:gd name="connsiteY2" fmla="*/ 199390 h 414021"/>
              <a:gd name="connsiteX3" fmla="*/ 263525 w 375920"/>
              <a:gd name="connsiteY3" fmla="*/ 414021 h 414021"/>
              <a:gd name="connsiteX4" fmla="*/ 0 w 375920"/>
              <a:gd name="connsiteY4" fmla="*/ 408940 h 414021"/>
              <a:gd name="connsiteX5" fmla="*/ 0 w 375920"/>
              <a:gd name="connsiteY5" fmla="*/ 88900 h 414021"/>
              <a:gd name="connsiteX0" fmla="*/ 3175 w 375920"/>
              <a:gd name="connsiteY0" fmla="*/ 203200 h 414021"/>
              <a:gd name="connsiteX1" fmla="*/ 283845 w 375920"/>
              <a:gd name="connsiteY1" fmla="*/ 0 h 414021"/>
              <a:gd name="connsiteX2" fmla="*/ 375920 w 375920"/>
              <a:gd name="connsiteY2" fmla="*/ 199390 h 414021"/>
              <a:gd name="connsiteX3" fmla="*/ 263525 w 375920"/>
              <a:gd name="connsiteY3" fmla="*/ 414021 h 414021"/>
              <a:gd name="connsiteX4" fmla="*/ 0 w 375920"/>
              <a:gd name="connsiteY4" fmla="*/ 408940 h 414021"/>
              <a:gd name="connsiteX5" fmla="*/ 3175 w 375920"/>
              <a:gd name="connsiteY5" fmla="*/ 203200 h 414021"/>
              <a:gd name="connsiteX0" fmla="*/ 305 w 376225"/>
              <a:gd name="connsiteY0" fmla="*/ 114300 h 414021"/>
              <a:gd name="connsiteX1" fmla="*/ 284150 w 376225"/>
              <a:gd name="connsiteY1" fmla="*/ 0 h 414021"/>
              <a:gd name="connsiteX2" fmla="*/ 376225 w 376225"/>
              <a:gd name="connsiteY2" fmla="*/ 199390 h 414021"/>
              <a:gd name="connsiteX3" fmla="*/ 263830 w 376225"/>
              <a:gd name="connsiteY3" fmla="*/ 414021 h 414021"/>
              <a:gd name="connsiteX4" fmla="*/ 305 w 376225"/>
              <a:gd name="connsiteY4" fmla="*/ 408940 h 414021"/>
              <a:gd name="connsiteX5" fmla="*/ 305 w 376225"/>
              <a:gd name="connsiteY5" fmla="*/ 114300 h 414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6225" h="414021">
                <a:moveTo>
                  <a:pt x="305" y="114300"/>
                </a:moveTo>
                <a:lnTo>
                  <a:pt x="284150" y="0"/>
                </a:lnTo>
                <a:lnTo>
                  <a:pt x="376225" y="199390"/>
                </a:lnTo>
                <a:lnTo>
                  <a:pt x="263830" y="414021"/>
                </a:lnTo>
                <a:lnTo>
                  <a:pt x="305" y="408940"/>
                </a:lnTo>
                <a:cubicBezTo>
                  <a:pt x="1363" y="340360"/>
                  <a:pt x="-753" y="182880"/>
                  <a:pt x="305" y="114300"/>
                </a:cubicBezTo>
                <a:close/>
              </a:path>
            </a:pathLst>
          </a:cu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1">
            <a:extLst>
              <a:ext uri="{FF2B5EF4-FFF2-40B4-BE49-F238E27FC236}">
                <a16:creationId xmlns:a16="http://schemas.microsoft.com/office/drawing/2014/main" id="{55F517AE-430A-40FD-B721-044387DC5FD9}"/>
              </a:ext>
            </a:extLst>
          </p:cNvPr>
          <p:cNvSpPr/>
          <p:nvPr/>
        </p:nvSpPr>
        <p:spPr>
          <a:xfrm>
            <a:off x="220219" y="1616918"/>
            <a:ext cx="351167" cy="283952"/>
          </a:xfrm>
          <a:custGeom>
            <a:avLst/>
            <a:gdLst>
              <a:gd name="connsiteX0" fmla="*/ 0 w 388620"/>
              <a:gd name="connsiteY0" fmla="*/ 0 h 320040"/>
              <a:gd name="connsiteX1" fmla="*/ 388620 w 388620"/>
              <a:gd name="connsiteY1" fmla="*/ 0 h 320040"/>
              <a:gd name="connsiteX2" fmla="*/ 388620 w 388620"/>
              <a:gd name="connsiteY2" fmla="*/ 320040 h 320040"/>
              <a:gd name="connsiteX3" fmla="*/ 0 w 388620"/>
              <a:gd name="connsiteY3" fmla="*/ 320040 h 320040"/>
              <a:gd name="connsiteX4" fmla="*/ 0 w 388620"/>
              <a:gd name="connsiteY4" fmla="*/ 0 h 320040"/>
              <a:gd name="connsiteX0" fmla="*/ 0 w 388620"/>
              <a:gd name="connsiteY0" fmla="*/ 123825 h 443865"/>
              <a:gd name="connsiteX1" fmla="*/ 331470 w 388620"/>
              <a:gd name="connsiteY1" fmla="*/ 0 h 443865"/>
              <a:gd name="connsiteX2" fmla="*/ 388620 w 388620"/>
              <a:gd name="connsiteY2" fmla="*/ 443865 h 443865"/>
              <a:gd name="connsiteX3" fmla="*/ 0 w 388620"/>
              <a:gd name="connsiteY3" fmla="*/ 443865 h 443865"/>
              <a:gd name="connsiteX4" fmla="*/ 0 w 388620"/>
              <a:gd name="connsiteY4" fmla="*/ 123825 h 443865"/>
              <a:gd name="connsiteX0" fmla="*/ 0 w 474345"/>
              <a:gd name="connsiteY0" fmla="*/ 123825 h 443865"/>
              <a:gd name="connsiteX1" fmla="*/ 331470 w 474345"/>
              <a:gd name="connsiteY1" fmla="*/ 0 h 443865"/>
              <a:gd name="connsiteX2" fmla="*/ 474345 w 474345"/>
              <a:gd name="connsiteY2" fmla="*/ 351790 h 443865"/>
              <a:gd name="connsiteX3" fmla="*/ 0 w 474345"/>
              <a:gd name="connsiteY3" fmla="*/ 443865 h 443865"/>
              <a:gd name="connsiteX4" fmla="*/ 0 w 474345"/>
              <a:gd name="connsiteY4" fmla="*/ 123825 h 443865"/>
              <a:gd name="connsiteX0" fmla="*/ 0 w 474345"/>
              <a:gd name="connsiteY0" fmla="*/ 123825 h 443865"/>
              <a:gd name="connsiteX1" fmla="*/ 331470 w 474345"/>
              <a:gd name="connsiteY1" fmla="*/ 0 h 443865"/>
              <a:gd name="connsiteX2" fmla="*/ 474345 w 474345"/>
              <a:gd name="connsiteY2" fmla="*/ 351790 h 443865"/>
              <a:gd name="connsiteX3" fmla="*/ 273050 w 474345"/>
              <a:gd name="connsiteY3" fmla="*/ 394971 h 443865"/>
              <a:gd name="connsiteX4" fmla="*/ 0 w 474345"/>
              <a:gd name="connsiteY4" fmla="*/ 443865 h 443865"/>
              <a:gd name="connsiteX5" fmla="*/ 0 w 474345"/>
              <a:gd name="connsiteY5" fmla="*/ 123825 h 443865"/>
              <a:gd name="connsiteX0" fmla="*/ 0 w 474345"/>
              <a:gd name="connsiteY0" fmla="*/ 123825 h 556896"/>
              <a:gd name="connsiteX1" fmla="*/ 331470 w 474345"/>
              <a:gd name="connsiteY1" fmla="*/ 0 h 556896"/>
              <a:gd name="connsiteX2" fmla="*/ 474345 w 474345"/>
              <a:gd name="connsiteY2" fmla="*/ 351790 h 556896"/>
              <a:gd name="connsiteX3" fmla="*/ 266700 w 474345"/>
              <a:gd name="connsiteY3" fmla="*/ 556896 h 556896"/>
              <a:gd name="connsiteX4" fmla="*/ 0 w 474345"/>
              <a:gd name="connsiteY4" fmla="*/ 443865 h 556896"/>
              <a:gd name="connsiteX5" fmla="*/ 0 w 474345"/>
              <a:gd name="connsiteY5" fmla="*/ 123825 h 556896"/>
              <a:gd name="connsiteX0" fmla="*/ 0 w 474345"/>
              <a:gd name="connsiteY0" fmla="*/ 123825 h 585471"/>
              <a:gd name="connsiteX1" fmla="*/ 331470 w 474345"/>
              <a:gd name="connsiteY1" fmla="*/ 0 h 585471"/>
              <a:gd name="connsiteX2" fmla="*/ 474345 w 474345"/>
              <a:gd name="connsiteY2" fmla="*/ 351790 h 585471"/>
              <a:gd name="connsiteX3" fmla="*/ 282575 w 474345"/>
              <a:gd name="connsiteY3" fmla="*/ 585471 h 585471"/>
              <a:gd name="connsiteX4" fmla="*/ 0 w 474345"/>
              <a:gd name="connsiteY4" fmla="*/ 443865 h 585471"/>
              <a:gd name="connsiteX5" fmla="*/ 0 w 474345"/>
              <a:gd name="connsiteY5" fmla="*/ 123825 h 585471"/>
              <a:gd name="connsiteX0" fmla="*/ 0 w 353695"/>
              <a:gd name="connsiteY0" fmla="*/ 123825 h 585471"/>
              <a:gd name="connsiteX1" fmla="*/ 331470 w 353695"/>
              <a:gd name="connsiteY1" fmla="*/ 0 h 585471"/>
              <a:gd name="connsiteX2" fmla="*/ 353695 w 353695"/>
              <a:gd name="connsiteY2" fmla="*/ 354965 h 585471"/>
              <a:gd name="connsiteX3" fmla="*/ 282575 w 353695"/>
              <a:gd name="connsiteY3" fmla="*/ 585471 h 585471"/>
              <a:gd name="connsiteX4" fmla="*/ 0 w 353695"/>
              <a:gd name="connsiteY4" fmla="*/ 443865 h 585471"/>
              <a:gd name="connsiteX5" fmla="*/ 0 w 353695"/>
              <a:gd name="connsiteY5" fmla="*/ 123825 h 585471"/>
              <a:gd name="connsiteX0" fmla="*/ 0 w 353695"/>
              <a:gd name="connsiteY0" fmla="*/ 88900 h 550546"/>
              <a:gd name="connsiteX1" fmla="*/ 283845 w 353695"/>
              <a:gd name="connsiteY1" fmla="*/ 0 h 550546"/>
              <a:gd name="connsiteX2" fmla="*/ 353695 w 353695"/>
              <a:gd name="connsiteY2" fmla="*/ 320040 h 550546"/>
              <a:gd name="connsiteX3" fmla="*/ 282575 w 353695"/>
              <a:gd name="connsiteY3" fmla="*/ 550546 h 550546"/>
              <a:gd name="connsiteX4" fmla="*/ 0 w 353695"/>
              <a:gd name="connsiteY4" fmla="*/ 408940 h 550546"/>
              <a:gd name="connsiteX5" fmla="*/ 0 w 353695"/>
              <a:gd name="connsiteY5" fmla="*/ 88900 h 550546"/>
              <a:gd name="connsiteX0" fmla="*/ 0 w 375920"/>
              <a:gd name="connsiteY0" fmla="*/ 88900 h 550546"/>
              <a:gd name="connsiteX1" fmla="*/ 283845 w 375920"/>
              <a:gd name="connsiteY1" fmla="*/ 0 h 550546"/>
              <a:gd name="connsiteX2" fmla="*/ 375920 w 375920"/>
              <a:gd name="connsiteY2" fmla="*/ 199390 h 550546"/>
              <a:gd name="connsiteX3" fmla="*/ 282575 w 375920"/>
              <a:gd name="connsiteY3" fmla="*/ 550546 h 550546"/>
              <a:gd name="connsiteX4" fmla="*/ 0 w 375920"/>
              <a:gd name="connsiteY4" fmla="*/ 408940 h 550546"/>
              <a:gd name="connsiteX5" fmla="*/ 0 w 375920"/>
              <a:gd name="connsiteY5" fmla="*/ 88900 h 550546"/>
              <a:gd name="connsiteX0" fmla="*/ 0 w 375920"/>
              <a:gd name="connsiteY0" fmla="*/ 88900 h 414021"/>
              <a:gd name="connsiteX1" fmla="*/ 283845 w 375920"/>
              <a:gd name="connsiteY1" fmla="*/ 0 h 414021"/>
              <a:gd name="connsiteX2" fmla="*/ 375920 w 375920"/>
              <a:gd name="connsiteY2" fmla="*/ 199390 h 414021"/>
              <a:gd name="connsiteX3" fmla="*/ 263525 w 375920"/>
              <a:gd name="connsiteY3" fmla="*/ 414021 h 414021"/>
              <a:gd name="connsiteX4" fmla="*/ 0 w 375920"/>
              <a:gd name="connsiteY4" fmla="*/ 408940 h 414021"/>
              <a:gd name="connsiteX5" fmla="*/ 0 w 375920"/>
              <a:gd name="connsiteY5" fmla="*/ 88900 h 414021"/>
              <a:gd name="connsiteX0" fmla="*/ 3175 w 375920"/>
              <a:gd name="connsiteY0" fmla="*/ 203200 h 414021"/>
              <a:gd name="connsiteX1" fmla="*/ 283845 w 375920"/>
              <a:gd name="connsiteY1" fmla="*/ 0 h 414021"/>
              <a:gd name="connsiteX2" fmla="*/ 375920 w 375920"/>
              <a:gd name="connsiteY2" fmla="*/ 199390 h 414021"/>
              <a:gd name="connsiteX3" fmla="*/ 263525 w 375920"/>
              <a:gd name="connsiteY3" fmla="*/ 414021 h 414021"/>
              <a:gd name="connsiteX4" fmla="*/ 0 w 375920"/>
              <a:gd name="connsiteY4" fmla="*/ 408940 h 414021"/>
              <a:gd name="connsiteX5" fmla="*/ 3175 w 375920"/>
              <a:gd name="connsiteY5" fmla="*/ 203200 h 414021"/>
              <a:gd name="connsiteX0" fmla="*/ 305 w 376225"/>
              <a:gd name="connsiteY0" fmla="*/ 114300 h 414021"/>
              <a:gd name="connsiteX1" fmla="*/ 284150 w 376225"/>
              <a:gd name="connsiteY1" fmla="*/ 0 h 414021"/>
              <a:gd name="connsiteX2" fmla="*/ 376225 w 376225"/>
              <a:gd name="connsiteY2" fmla="*/ 199390 h 414021"/>
              <a:gd name="connsiteX3" fmla="*/ 263830 w 376225"/>
              <a:gd name="connsiteY3" fmla="*/ 414021 h 414021"/>
              <a:gd name="connsiteX4" fmla="*/ 305 w 376225"/>
              <a:gd name="connsiteY4" fmla="*/ 408940 h 414021"/>
              <a:gd name="connsiteX5" fmla="*/ 305 w 376225"/>
              <a:gd name="connsiteY5" fmla="*/ 114300 h 414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6225" h="414021">
                <a:moveTo>
                  <a:pt x="305" y="114300"/>
                </a:moveTo>
                <a:lnTo>
                  <a:pt x="284150" y="0"/>
                </a:lnTo>
                <a:lnTo>
                  <a:pt x="376225" y="199390"/>
                </a:lnTo>
                <a:lnTo>
                  <a:pt x="263830" y="414021"/>
                </a:lnTo>
                <a:lnTo>
                  <a:pt x="305" y="408940"/>
                </a:lnTo>
                <a:cubicBezTo>
                  <a:pt x="1363" y="340360"/>
                  <a:pt x="-753" y="182880"/>
                  <a:pt x="305" y="114300"/>
                </a:cubicBezTo>
                <a:close/>
              </a:path>
            </a:pathLst>
          </a:cu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">
            <a:extLst>
              <a:ext uri="{FF2B5EF4-FFF2-40B4-BE49-F238E27FC236}">
                <a16:creationId xmlns:a16="http://schemas.microsoft.com/office/drawing/2014/main" id="{41D0F432-1D89-4563-864F-5F48A70C040F}"/>
              </a:ext>
            </a:extLst>
          </p:cNvPr>
          <p:cNvSpPr/>
          <p:nvPr/>
        </p:nvSpPr>
        <p:spPr>
          <a:xfrm>
            <a:off x="175259" y="2273983"/>
            <a:ext cx="227726" cy="213360"/>
          </a:xfrm>
          <a:custGeom>
            <a:avLst/>
            <a:gdLst>
              <a:gd name="connsiteX0" fmla="*/ 0 w 388620"/>
              <a:gd name="connsiteY0" fmla="*/ 0 h 320040"/>
              <a:gd name="connsiteX1" fmla="*/ 388620 w 388620"/>
              <a:gd name="connsiteY1" fmla="*/ 0 h 320040"/>
              <a:gd name="connsiteX2" fmla="*/ 388620 w 388620"/>
              <a:gd name="connsiteY2" fmla="*/ 320040 h 320040"/>
              <a:gd name="connsiteX3" fmla="*/ 0 w 388620"/>
              <a:gd name="connsiteY3" fmla="*/ 320040 h 320040"/>
              <a:gd name="connsiteX4" fmla="*/ 0 w 388620"/>
              <a:gd name="connsiteY4" fmla="*/ 0 h 320040"/>
              <a:gd name="connsiteX0" fmla="*/ 0 w 388620"/>
              <a:gd name="connsiteY0" fmla="*/ 123825 h 443865"/>
              <a:gd name="connsiteX1" fmla="*/ 331470 w 388620"/>
              <a:gd name="connsiteY1" fmla="*/ 0 h 443865"/>
              <a:gd name="connsiteX2" fmla="*/ 388620 w 388620"/>
              <a:gd name="connsiteY2" fmla="*/ 443865 h 443865"/>
              <a:gd name="connsiteX3" fmla="*/ 0 w 388620"/>
              <a:gd name="connsiteY3" fmla="*/ 443865 h 443865"/>
              <a:gd name="connsiteX4" fmla="*/ 0 w 388620"/>
              <a:gd name="connsiteY4" fmla="*/ 123825 h 443865"/>
              <a:gd name="connsiteX0" fmla="*/ 0 w 474345"/>
              <a:gd name="connsiteY0" fmla="*/ 123825 h 443865"/>
              <a:gd name="connsiteX1" fmla="*/ 331470 w 474345"/>
              <a:gd name="connsiteY1" fmla="*/ 0 h 443865"/>
              <a:gd name="connsiteX2" fmla="*/ 474345 w 474345"/>
              <a:gd name="connsiteY2" fmla="*/ 351790 h 443865"/>
              <a:gd name="connsiteX3" fmla="*/ 0 w 474345"/>
              <a:gd name="connsiteY3" fmla="*/ 443865 h 443865"/>
              <a:gd name="connsiteX4" fmla="*/ 0 w 474345"/>
              <a:gd name="connsiteY4" fmla="*/ 123825 h 443865"/>
              <a:gd name="connsiteX0" fmla="*/ 0 w 474345"/>
              <a:gd name="connsiteY0" fmla="*/ 123825 h 443865"/>
              <a:gd name="connsiteX1" fmla="*/ 331470 w 474345"/>
              <a:gd name="connsiteY1" fmla="*/ 0 h 443865"/>
              <a:gd name="connsiteX2" fmla="*/ 474345 w 474345"/>
              <a:gd name="connsiteY2" fmla="*/ 351790 h 443865"/>
              <a:gd name="connsiteX3" fmla="*/ 273050 w 474345"/>
              <a:gd name="connsiteY3" fmla="*/ 394971 h 443865"/>
              <a:gd name="connsiteX4" fmla="*/ 0 w 474345"/>
              <a:gd name="connsiteY4" fmla="*/ 443865 h 443865"/>
              <a:gd name="connsiteX5" fmla="*/ 0 w 474345"/>
              <a:gd name="connsiteY5" fmla="*/ 123825 h 443865"/>
              <a:gd name="connsiteX0" fmla="*/ 0 w 474345"/>
              <a:gd name="connsiteY0" fmla="*/ 123825 h 556896"/>
              <a:gd name="connsiteX1" fmla="*/ 331470 w 474345"/>
              <a:gd name="connsiteY1" fmla="*/ 0 h 556896"/>
              <a:gd name="connsiteX2" fmla="*/ 474345 w 474345"/>
              <a:gd name="connsiteY2" fmla="*/ 351790 h 556896"/>
              <a:gd name="connsiteX3" fmla="*/ 266700 w 474345"/>
              <a:gd name="connsiteY3" fmla="*/ 556896 h 556896"/>
              <a:gd name="connsiteX4" fmla="*/ 0 w 474345"/>
              <a:gd name="connsiteY4" fmla="*/ 443865 h 556896"/>
              <a:gd name="connsiteX5" fmla="*/ 0 w 474345"/>
              <a:gd name="connsiteY5" fmla="*/ 123825 h 556896"/>
              <a:gd name="connsiteX0" fmla="*/ 0 w 474345"/>
              <a:gd name="connsiteY0" fmla="*/ 123825 h 585471"/>
              <a:gd name="connsiteX1" fmla="*/ 331470 w 474345"/>
              <a:gd name="connsiteY1" fmla="*/ 0 h 585471"/>
              <a:gd name="connsiteX2" fmla="*/ 474345 w 474345"/>
              <a:gd name="connsiteY2" fmla="*/ 351790 h 585471"/>
              <a:gd name="connsiteX3" fmla="*/ 282575 w 474345"/>
              <a:gd name="connsiteY3" fmla="*/ 585471 h 585471"/>
              <a:gd name="connsiteX4" fmla="*/ 0 w 474345"/>
              <a:gd name="connsiteY4" fmla="*/ 443865 h 585471"/>
              <a:gd name="connsiteX5" fmla="*/ 0 w 474345"/>
              <a:gd name="connsiteY5" fmla="*/ 123825 h 585471"/>
              <a:gd name="connsiteX0" fmla="*/ 0 w 353695"/>
              <a:gd name="connsiteY0" fmla="*/ 123825 h 585471"/>
              <a:gd name="connsiteX1" fmla="*/ 331470 w 353695"/>
              <a:gd name="connsiteY1" fmla="*/ 0 h 585471"/>
              <a:gd name="connsiteX2" fmla="*/ 353695 w 353695"/>
              <a:gd name="connsiteY2" fmla="*/ 354965 h 585471"/>
              <a:gd name="connsiteX3" fmla="*/ 282575 w 353695"/>
              <a:gd name="connsiteY3" fmla="*/ 585471 h 585471"/>
              <a:gd name="connsiteX4" fmla="*/ 0 w 353695"/>
              <a:gd name="connsiteY4" fmla="*/ 443865 h 585471"/>
              <a:gd name="connsiteX5" fmla="*/ 0 w 353695"/>
              <a:gd name="connsiteY5" fmla="*/ 123825 h 585471"/>
              <a:gd name="connsiteX0" fmla="*/ 0 w 353695"/>
              <a:gd name="connsiteY0" fmla="*/ 88900 h 550546"/>
              <a:gd name="connsiteX1" fmla="*/ 283845 w 353695"/>
              <a:gd name="connsiteY1" fmla="*/ 0 h 550546"/>
              <a:gd name="connsiteX2" fmla="*/ 353695 w 353695"/>
              <a:gd name="connsiteY2" fmla="*/ 320040 h 550546"/>
              <a:gd name="connsiteX3" fmla="*/ 282575 w 353695"/>
              <a:gd name="connsiteY3" fmla="*/ 550546 h 550546"/>
              <a:gd name="connsiteX4" fmla="*/ 0 w 353695"/>
              <a:gd name="connsiteY4" fmla="*/ 408940 h 550546"/>
              <a:gd name="connsiteX5" fmla="*/ 0 w 353695"/>
              <a:gd name="connsiteY5" fmla="*/ 88900 h 550546"/>
              <a:gd name="connsiteX0" fmla="*/ 0 w 375920"/>
              <a:gd name="connsiteY0" fmla="*/ 88900 h 550546"/>
              <a:gd name="connsiteX1" fmla="*/ 283845 w 375920"/>
              <a:gd name="connsiteY1" fmla="*/ 0 h 550546"/>
              <a:gd name="connsiteX2" fmla="*/ 375920 w 375920"/>
              <a:gd name="connsiteY2" fmla="*/ 199390 h 550546"/>
              <a:gd name="connsiteX3" fmla="*/ 282575 w 375920"/>
              <a:gd name="connsiteY3" fmla="*/ 550546 h 550546"/>
              <a:gd name="connsiteX4" fmla="*/ 0 w 375920"/>
              <a:gd name="connsiteY4" fmla="*/ 408940 h 550546"/>
              <a:gd name="connsiteX5" fmla="*/ 0 w 375920"/>
              <a:gd name="connsiteY5" fmla="*/ 88900 h 550546"/>
              <a:gd name="connsiteX0" fmla="*/ 0 w 375920"/>
              <a:gd name="connsiteY0" fmla="*/ 88900 h 414021"/>
              <a:gd name="connsiteX1" fmla="*/ 283845 w 375920"/>
              <a:gd name="connsiteY1" fmla="*/ 0 h 414021"/>
              <a:gd name="connsiteX2" fmla="*/ 375920 w 375920"/>
              <a:gd name="connsiteY2" fmla="*/ 199390 h 414021"/>
              <a:gd name="connsiteX3" fmla="*/ 263525 w 375920"/>
              <a:gd name="connsiteY3" fmla="*/ 414021 h 414021"/>
              <a:gd name="connsiteX4" fmla="*/ 0 w 375920"/>
              <a:gd name="connsiteY4" fmla="*/ 408940 h 414021"/>
              <a:gd name="connsiteX5" fmla="*/ 0 w 375920"/>
              <a:gd name="connsiteY5" fmla="*/ 88900 h 414021"/>
              <a:gd name="connsiteX0" fmla="*/ 3175 w 375920"/>
              <a:gd name="connsiteY0" fmla="*/ 203200 h 414021"/>
              <a:gd name="connsiteX1" fmla="*/ 283845 w 375920"/>
              <a:gd name="connsiteY1" fmla="*/ 0 h 414021"/>
              <a:gd name="connsiteX2" fmla="*/ 375920 w 375920"/>
              <a:gd name="connsiteY2" fmla="*/ 199390 h 414021"/>
              <a:gd name="connsiteX3" fmla="*/ 263525 w 375920"/>
              <a:gd name="connsiteY3" fmla="*/ 414021 h 414021"/>
              <a:gd name="connsiteX4" fmla="*/ 0 w 375920"/>
              <a:gd name="connsiteY4" fmla="*/ 408940 h 414021"/>
              <a:gd name="connsiteX5" fmla="*/ 3175 w 375920"/>
              <a:gd name="connsiteY5" fmla="*/ 203200 h 414021"/>
              <a:gd name="connsiteX0" fmla="*/ 305 w 376225"/>
              <a:gd name="connsiteY0" fmla="*/ 114300 h 414021"/>
              <a:gd name="connsiteX1" fmla="*/ 284150 w 376225"/>
              <a:gd name="connsiteY1" fmla="*/ 0 h 414021"/>
              <a:gd name="connsiteX2" fmla="*/ 376225 w 376225"/>
              <a:gd name="connsiteY2" fmla="*/ 199390 h 414021"/>
              <a:gd name="connsiteX3" fmla="*/ 263830 w 376225"/>
              <a:gd name="connsiteY3" fmla="*/ 414021 h 414021"/>
              <a:gd name="connsiteX4" fmla="*/ 305 w 376225"/>
              <a:gd name="connsiteY4" fmla="*/ 408940 h 414021"/>
              <a:gd name="connsiteX5" fmla="*/ 305 w 376225"/>
              <a:gd name="connsiteY5" fmla="*/ 114300 h 414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6225" h="414021">
                <a:moveTo>
                  <a:pt x="305" y="114300"/>
                </a:moveTo>
                <a:lnTo>
                  <a:pt x="284150" y="0"/>
                </a:lnTo>
                <a:lnTo>
                  <a:pt x="376225" y="199390"/>
                </a:lnTo>
                <a:lnTo>
                  <a:pt x="263830" y="414021"/>
                </a:lnTo>
                <a:lnTo>
                  <a:pt x="305" y="408940"/>
                </a:lnTo>
                <a:cubicBezTo>
                  <a:pt x="1363" y="340360"/>
                  <a:pt x="-753" y="182880"/>
                  <a:pt x="305" y="114300"/>
                </a:cubicBezTo>
                <a:close/>
              </a:path>
            </a:pathLst>
          </a:cu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9114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7BD7F603-B8D7-4E87-9F47-674D5CF9D48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22" t="-1" b="-22"/>
          <a:stretch/>
        </p:blipFill>
        <p:spPr>
          <a:xfrm>
            <a:off x="2439194" y="0"/>
            <a:ext cx="2436996" cy="4877289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FA6D28E8-9FD4-47AA-8A2F-B590E36D089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535" r="50022"/>
          <a:stretch/>
        </p:blipFill>
        <p:spPr>
          <a:xfrm>
            <a:off x="0" y="1928917"/>
            <a:ext cx="2436996" cy="2948372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CFC40E61-43E1-4382-AA0A-86F92F09EED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5" t="-1" r="50067" b="60443"/>
          <a:stretch/>
        </p:blipFill>
        <p:spPr>
          <a:xfrm>
            <a:off x="0" y="0"/>
            <a:ext cx="2436996" cy="1928917"/>
          </a:xfrm>
          <a:prstGeom prst="rect">
            <a:avLst/>
          </a:prstGeom>
        </p:spPr>
      </p:pic>
      <p:sp>
        <p:nvSpPr>
          <p:cNvPr id="7" name="矩形 1">
            <a:extLst>
              <a:ext uri="{FF2B5EF4-FFF2-40B4-BE49-F238E27FC236}">
                <a16:creationId xmlns:a16="http://schemas.microsoft.com/office/drawing/2014/main" id="{56D71B2A-B3F4-4E42-A6CC-08A0F6602847}"/>
              </a:ext>
            </a:extLst>
          </p:cNvPr>
          <p:cNvSpPr/>
          <p:nvPr/>
        </p:nvSpPr>
        <p:spPr>
          <a:xfrm>
            <a:off x="1836511" y="4242002"/>
            <a:ext cx="447980" cy="471170"/>
          </a:xfrm>
          <a:custGeom>
            <a:avLst/>
            <a:gdLst>
              <a:gd name="connsiteX0" fmla="*/ 0 w 388620"/>
              <a:gd name="connsiteY0" fmla="*/ 0 h 320040"/>
              <a:gd name="connsiteX1" fmla="*/ 388620 w 388620"/>
              <a:gd name="connsiteY1" fmla="*/ 0 h 320040"/>
              <a:gd name="connsiteX2" fmla="*/ 388620 w 388620"/>
              <a:gd name="connsiteY2" fmla="*/ 320040 h 320040"/>
              <a:gd name="connsiteX3" fmla="*/ 0 w 388620"/>
              <a:gd name="connsiteY3" fmla="*/ 320040 h 320040"/>
              <a:gd name="connsiteX4" fmla="*/ 0 w 388620"/>
              <a:gd name="connsiteY4" fmla="*/ 0 h 320040"/>
              <a:gd name="connsiteX0" fmla="*/ 0 w 388620"/>
              <a:gd name="connsiteY0" fmla="*/ 123825 h 443865"/>
              <a:gd name="connsiteX1" fmla="*/ 331470 w 388620"/>
              <a:gd name="connsiteY1" fmla="*/ 0 h 443865"/>
              <a:gd name="connsiteX2" fmla="*/ 388620 w 388620"/>
              <a:gd name="connsiteY2" fmla="*/ 443865 h 443865"/>
              <a:gd name="connsiteX3" fmla="*/ 0 w 388620"/>
              <a:gd name="connsiteY3" fmla="*/ 443865 h 443865"/>
              <a:gd name="connsiteX4" fmla="*/ 0 w 388620"/>
              <a:gd name="connsiteY4" fmla="*/ 123825 h 443865"/>
              <a:gd name="connsiteX0" fmla="*/ 0 w 474345"/>
              <a:gd name="connsiteY0" fmla="*/ 123825 h 443865"/>
              <a:gd name="connsiteX1" fmla="*/ 331470 w 474345"/>
              <a:gd name="connsiteY1" fmla="*/ 0 h 443865"/>
              <a:gd name="connsiteX2" fmla="*/ 474345 w 474345"/>
              <a:gd name="connsiteY2" fmla="*/ 351790 h 443865"/>
              <a:gd name="connsiteX3" fmla="*/ 0 w 474345"/>
              <a:gd name="connsiteY3" fmla="*/ 443865 h 443865"/>
              <a:gd name="connsiteX4" fmla="*/ 0 w 474345"/>
              <a:gd name="connsiteY4" fmla="*/ 123825 h 443865"/>
              <a:gd name="connsiteX0" fmla="*/ 0 w 474345"/>
              <a:gd name="connsiteY0" fmla="*/ 123825 h 443865"/>
              <a:gd name="connsiteX1" fmla="*/ 331470 w 474345"/>
              <a:gd name="connsiteY1" fmla="*/ 0 h 443865"/>
              <a:gd name="connsiteX2" fmla="*/ 474345 w 474345"/>
              <a:gd name="connsiteY2" fmla="*/ 351790 h 443865"/>
              <a:gd name="connsiteX3" fmla="*/ 273050 w 474345"/>
              <a:gd name="connsiteY3" fmla="*/ 394971 h 443865"/>
              <a:gd name="connsiteX4" fmla="*/ 0 w 474345"/>
              <a:gd name="connsiteY4" fmla="*/ 443865 h 443865"/>
              <a:gd name="connsiteX5" fmla="*/ 0 w 474345"/>
              <a:gd name="connsiteY5" fmla="*/ 123825 h 443865"/>
              <a:gd name="connsiteX0" fmla="*/ 0 w 474345"/>
              <a:gd name="connsiteY0" fmla="*/ 123825 h 556896"/>
              <a:gd name="connsiteX1" fmla="*/ 331470 w 474345"/>
              <a:gd name="connsiteY1" fmla="*/ 0 h 556896"/>
              <a:gd name="connsiteX2" fmla="*/ 474345 w 474345"/>
              <a:gd name="connsiteY2" fmla="*/ 351790 h 556896"/>
              <a:gd name="connsiteX3" fmla="*/ 266700 w 474345"/>
              <a:gd name="connsiteY3" fmla="*/ 556896 h 556896"/>
              <a:gd name="connsiteX4" fmla="*/ 0 w 474345"/>
              <a:gd name="connsiteY4" fmla="*/ 443865 h 556896"/>
              <a:gd name="connsiteX5" fmla="*/ 0 w 474345"/>
              <a:gd name="connsiteY5" fmla="*/ 123825 h 556896"/>
              <a:gd name="connsiteX0" fmla="*/ 0 w 474345"/>
              <a:gd name="connsiteY0" fmla="*/ 123825 h 585471"/>
              <a:gd name="connsiteX1" fmla="*/ 331470 w 474345"/>
              <a:gd name="connsiteY1" fmla="*/ 0 h 585471"/>
              <a:gd name="connsiteX2" fmla="*/ 474345 w 474345"/>
              <a:gd name="connsiteY2" fmla="*/ 351790 h 585471"/>
              <a:gd name="connsiteX3" fmla="*/ 282575 w 474345"/>
              <a:gd name="connsiteY3" fmla="*/ 585471 h 585471"/>
              <a:gd name="connsiteX4" fmla="*/ 0 w 474345"/>
              <a:gd name="connsiteY4" fmla="*/ 443865 h 585471"/>
              <a:gd name="connsiteX5" fmla="*/ 0 w 474345"/>
              <a:gd name="connsiteY5" fmla="*/ 123825 h 585471"/>
              <a:gd name="connsiteX0" fmla="*/ 0 w 353695"/>
              <a:gd name="connsiteY0" fmla="*/ 123825 h 585471"/>
              <a:gd name="connsiteX1" fmla="*/ 331470 w 353695"/>
              <a:gd name="connsiteY1" fmla="*/ 0 h 585471"/>
              <a:gd name="connsiteX2" fmla="*/ 353695 w 353695"/>
              <a:gd name="connsiteY2" fmla="*/ 354965 h 585471"/>
              <a:gd name="connsiteX3" fmla="*/ 282575 w 353695"/>
              <a:gd name="connsiteY3" fmla="*/ 585471 h 585471"/>
              <a:gd name="connsiteX4" fmla="*/ 0 w 353695"/>
              <a:gd name="connsiteY4" fmla="*/ 443865 h 585471"/>
              <a:gd name="connsiteX5" fmla="*/ 0 w 353695"/>
              <a:gd name="connsiteY5" fmla="*/ 123825 h 585471"/>
              <a:gd name="connsiteX0" fmla="*/ 0 w 353695"/>
              <a:gd name="connsiteY0" fmla="*/ 88900 h 550546"/>
              <a:gd name="connsiteX1" fmla="*/ 283845 w 353695"/>
              <a:gd name="connsiteY1" fmla="*/ 0 h 550546"/>
              <a:gd name="connsiteX2" fmla="*/ 353695 w 353695"/>
              <a:gd name="connsiteY2" fmla="*/ 320040 h 550546"/>
              <a:gd name="connsiteX3" fmla="*/ 282575 w 353695"/>
              <a:gd name="connsiteY3" fmla="*/ 550546 h 550546"/>
              <a:gd name="connsiteX4" fmla="*/ 0 w 353695"/>
              <a:gd name="connsiteY4" fmla="*/ 408940 h 550546"/>
              <a:gd name="connsiteX5" fmla="*/ 0 w 353695"/>
              <a:gd name="connsiteY5" fmla="*/ 88900 h 550546"/>
              <a:gd name="connsiteX0" fmla="*/ 0 w 375920"/>
              <a:gd name="connsiteY0" fmla="*/ 88900 h 550546"/>
              <a:gd name="connsiteX1" fmla="*/ 283845 w 375920"/>
              <a:gd name="connsiteY1" fmla="*/ 0 h 550546"/>
              <a:gd name="connsiteX2" fmla="*/ 375920 w 375920"/>
              <a:gd name="connsiteY2" fmla="*/ 199390 h 550546"/>
              <a:gd name="connsiteX3" fmla="*/ 282575 w 375920"/>
              <a:gd name="connsiteY3" fmla="*/ 550546 h 550546"/>
              <a:gd name="connsiteX4" fmla="*/ 0 w 375920"/>
              <a:gd name="connsiteY4" fmla="*/ 408940 h 550546"/>
              <a:gd name="connsiteX5" fmla="*/ 0 w 375920"/>
              <a:gd name="connsiteY5" fmla="*/ 88900 h 550546"/>
              <a:gd name="connsiteX0" fmla="*/ 0 w 375920"/>
              <a:gd name="connsiteY0" fmla="*/ 88900 h 414021"/>
              <a:gd name="connsiteX1" fmla="*/ 283845 w 375920"/>
              <a:gd name="connsiteY1" fmla="*/ 0 h 414021"/>
              <a:gd name="connsiteX2" fmla="*/ 375920 w 375920"/>
              <a:gd name="connsiteY2" fmla="*/ 199390 h 414021"/>
              <a:gd name="connsiteX3" fmla="*/ 263525 w 375920"/>
              <a:gd name="connsiteY3" fmla="*/ 414021 h 414021"/>
              <a:gd name="connsiteX4" fmla="*/ 0 w 375920"/>
              <a:gd name="connsiteY4" fmla="*/ 408940 h 414021"/>
              <a:gd name="connsiteX5" fmla="*/ 0 w 375920"/>
              <a:gd name="connsiteY5" fmla="*/ 88900 h 414021"/>
              <a:gd name="connsiteX0" fmla="*/ 3175 w 375920"/>
              <a:gd name="connsiteY0" fmla="*/ 203200 h 414021"/>
              <a:gd name="connsiteX1" fmla="*/ 283845 w 375920"/>
              <a:gd name="connsiteY1" fmla="*/ 0 h 414021"/>
              <a:gd name="connsiteX2" fmla="*/ 375920 w 375920"/>
              <a:gd name="connsiteY2" fmla="*/ 199390 h 414021"/>
              <a:gd name="connsiteX3" fmla="*/ 263525 w 375920"/>
              <a:gd name="connsiteY3" fmla="*/ 414021 h 414021"/>
              <a:gd name="connsiteX4" fmla="*/ 0 w 375920"/>
              <a:gd name="connsiteY4" fmla="*/ 408940 h 414021"/>
              <a:gd name="connsiteX5" fmla="*/ 3175 w 375920"/>
              <a:gd name="connsiteY5" fmla="*/ 203200 h 414021"/>
              <a:gd name="connsiteX0" fmla="*/ 305 w 376225"/>
              <a:gd name="connsiteY0" fmla="*/ 114300 h 414021"/>
              <a:gd name="connsiteX1" fmla="*/ 284150 w 376225"/>
              <a:gd name="connsiteY1" fmla="*/ 0 h 414021"/>
              <a:gd name="connsiteX2" fmla="*/ 376225 w 376225"/>
              <a:gd name="connsiteY2" fmla="*/ 199390 h 414021"/>
              <a:gd name="connsiteX3" fmla="*/ 263830 w 376225"/>
              <a:gd name="connsiteY3" fmla="*/ 414021 h 414021"/>
              <a:gd name="connsiteX4" fmla="*/ 305 w 376225"/>
              <a:gd name="connsiteY4" fmla="*/ 408940 h 414021"/>
              <a:gd name="connsiteX5" fmla="*/ 305 w 376225"/>
              <a:gd name="connsiteY5" fmla="*/ 114300 h 414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6225" h="414021">
                <a:moveTo>
                  <a:pt x="305" y="114300"/>
                </a:moveTo>
                <a:lnTo>
                  <a:pt x="284150" y="0"/>
                </a:lnTo>
                <a:lnTo>
                  <a:pt x="376225" y="199390"/>
                </a:lnTo>
                <a:lnTo>
                  <a:pt x="263830" y="414021"/>
                </a:lnTo>
                <a:lnTo>
                  <a:pt x="305" y="408940"/>
                </a:lnTo>
                <a:cubicBezTo>
                  <a:pt x="1363" y="340360"/>
                  <a:pt x="-753" y="182880"/>
                  <a:pt x="305" y="114300"/>
                </a:cubicBezTo>
                <a:close/>
              </a:path>
            </a:pathLst>
          </a:cu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1">
            <a:extLst>
              <a:ext uri="{FF2B5EF4-FFF2-40B4-BE49-F238E27FC236}">
                <a16:creationId xmlns:a16="http://schemas.microsoft.com/office/drawing/2014/main" id="{1FDB3974-F7B1-413A-9432-5A7FF491316C}"/>
              </a:ext>
            </a:extLst>
          </p:cNvPr>
          <p:cNvSpPr/>
          <p:nvPr/>
        </p:nvSpPr>
        <p:spPr>
          <a:xfrm rot="13692307">
            <a:off x="238087" y="2527611"/>
            <a:ext cx="447980" cy="471170"/>
          </a:xfrm>
          <a:custGeom>
            <a:avLst/>
            <a:gdLst>
              <a:gd name="connsiteX0" fmla="*/ 0 w 388620"/>
              <a:gd name="connsiteY0" fmla="*/ 0 h 320040"/>
              <a:gd name="connsiteX1" fmla="*/ 388620 w 388620"/>
              <a:gd name="connsiteY1" fmla="*/ 0 h 320040"/>
              <a:gd name="connsiteX2" fmla="*/ 388620 w 388620"/>
              <a:gd name="connsiteY2" fmla="*/ 320040 h 320040"/>
              <a:gd name="connsiteX3" fmla="*/ 0 w 388620"/>
              <a:gd name="connsiteY3" fmla="*/ 320040 h 320040"/>
              <a:gd name="connsiteX4" fmla="*/ 0 w 388620"/>
              <a:gd name="connsiteY4" fmla="*/ 0 h 320040"/>
              <a:gd name="connsiteX0" fmla="*/ 0 w 388620"/>
              <a:gd name="connsiteY0" fmla="*/ 123825 h 443865"/>
              <a:gd name="connsiteX1" fmla="*/ 331470 w 388620"/>
              <a:gd name="connsiteY1" fmla="*/ 0 h 443865"/>
              <a:gd name="connsiteX2" fmla="*/ 388620 w 388620"/>
              <a:gd name="connsiteY2" fmla="*/ 443865 h 443865"/>
              <a:gd name="connsiteX3" fmla="*/ 0 w 388620"/>
              <a:gd name="connsiteY3" fmla="*/ 443865 h 443865"/>
              <a:gd name="connsiteX4" fmla="*/ 0 w 388620"/>
              <a:gd name="connsiteY4" fmla="*/ 123825 h 443865"/>
              <a:gd name="connsiteX0" fmla="*/ 0 w 474345"/>
              <a:gd name="connsiteY0" fmla="*/ 123825 h 443865"/>
              <a:gd name="connsiteX1" fmla="*/ 331470 w 474345"/>
              <a:gd name="connsiteY1" fmla="*/ 0 h 443865"/>
              <a:gd name="connsiteX2" fmla="*/ 474345 w 474345"/>
              <a:gd name="connsiteY2" fmla="*/ 351790 h 443865"/>
              <a:gd name="connsiteX3" fmla="*/ 0 w 474345"/>
              <a:gd name="connsiteY3" fmla="*/ 443865 h 443865"/>
              <a:gd name="connsiteX4" fmla="*/ 0 w 474345"/>
              <a:gd name="connsiteY4" fmla="*/ 123825 h 443865"/>
              <a:gd name="connsiteX0" fmla="*/ 0 w 474345"/>
              <a:gd name="connsiteY0" fmla="*/ 123825 h 443865"/>
              <a:gd name="connsiteX1" fmla="*/ 331470 w 474345"/>
              <a:gd name="connsiteY1" fmla="*/ 0 h 443865"/>
              <a:gd name="connsiteX2" fmla="*/ 474345 w 474345"/>
              <a:gd name="connsiteY2" fmla="*/ 351790 h 443865"/>
              <a:gd name="connsiteX3" fmla="*/ 273050 w 474345"/>
              <a:gd name="connsiteY3" fmla="*/ 394971 h 443865"/>
              <a:gd name="connsiteX4" fmla="*/ 0 w 474345"/>
              <a:gd name="connsiteY4" fmla="*/ 443865 h 443865"/>
              <a:gd name="connsiteX5" fmla="*/ 0 w 474345"/>
              <a:gd name="connsiteY5" fmla="*/ 123825 h 443865"/>
              <a:gd name="connsiteX0" fmla="*/ 0 w 474345"/>
              <a:gd name="connsiteY0" fmla="*/ 123825 h 556896"/>
              <a:gd name="connsiteX1" fmla="*/ 331470 w 474345"/>
              <a:gd name="connsiteY1" fmla="*/ 0 h 556896"/>
              <a:gd name="connsiteX2" fmla="*/ 474345 w 474345"/>
              <a:gd name="connsiteY2" fmla="*/ 351790 h 556896"/>
              <a:gd name="connsiteX3" fmla="*/ 266700 w 474345"/>
              <a:gd name="connsiteY3" fmla="*/ 556896 h 556896"/>
              <a:gd name="connsiteX4" fmla="*/ 0 w 474345"/>
              <a:gd name="connsiteY4" fmla="*/ 443865 h 556896"/>
              <a:gd name="connsiteX5" fmla="*/ 0 w 474345"/>
              <a:gd name="connsiteY5" fmla="*/ 123825 h 556896"/>
              <a:gd name="connsiteX0" fmla="*/ 0 w 474345"/>
              <a:gd name="connsiteY0" fmla="*/ 123825 h 585471"/>
              <a:gd name="connsiteX1" fmla="*/ 331470 w 474345"/>
              <a:gd name="connsiteY1" fmla="*/ 0 h 585471"/>
              <a:gd name="connsiteX2" fmla="*/ 474345 w 474345"/>
              <a:gd name="connsiteY2" fmla="*/ 351790 h 585471"/>
              <a:gd name="connsiteX3" fmla="*/ 282575 w 474345"/>
              <a:gd name="connsiteY3" fmla="*/ 585471 h 585471"/>
              <a:gd name="connsiteX4" fmla="*/ 0 w 474345"/>
              <a:gd name="connsiteY4" fmla="*/ 443865 h 585471"/>
              <a:gd name="connsiteX5" fmla="*/ 0 w 474345"/>
              <a:gd name="connsiteY5" fmla="*/ 123825 h 585471"/>
              <a:gd name="connsiteX0" fmla="*/ 0 w 353695"/>
              <a:gd name="connsiteY0" fmla="*/ 123825 h 585471"/>
              <a:gd name="connsiteX1" fmla="*/ 331470 w 353695"/>
              <a:gd name="connsiteY1" fmla="*/ 0 h 585471"/>
              <a:gd name="connsiteX2" fmla="*/ 353695 w 353695"/>
              <a:gd name="connsiteY2" fmla="*/ 354965 h 585471"/>
              <a:gd name="connsiteX3" fmla="*/ 282575 w 353695"/>
              <a:gd name="connsiteY3" fmla="*/ 585471 h 585471"/>
              <a:gd name="connsiteX4" fmla="*/ 0 w 353695"/>
              <a:gd name="connsiteY4" fmla="*/ 443865 h 585471"/>
              <a:gd name="connsiteX5" fmla="*/ 0 w 353695"/>
              <a:gd name="connsiteY5" fmla="*/ 123825 h 585471"/>
              <a:gd name="connsiteX0" fmla="*/ 0 w 353695"/>
              <a:gd name="connsiteY0" fmla="*/ 88900 h 550546"/>
              <a:gd name="connsiteX1" fmla="*/ 283845 w 353695"/>
              <a:gd name="connsiteY1" fmla="*/ 0 h 550546"/>
              <a:gd name="connsiteX2" fmla="*/ 353695 w 353695"/>
              <a:gd name="connsiteY2" fmla="*/ 320040 h 550546"/>
              <a:gd name="connsiteX3" fmla="*/ 282575 w 353695"/>
              <a:gd name="connsiteY3" fmla="*/ 550546 h 550546"/>
              <a:gd name="connsiteX4" fmla="*/ 0 w 353695"/>
              <a:gd name="connsiteY4" fmla="*/ 408940 h 550546"/>
              <a:gd name="connsiteX5" fmla="*/ 0 w 353695"/>
              <a:gd name="connsiteY5" fmla="*/ 88900 h 550546"/>
              <a:gd name="connsiteX0" fmla="*/ 0 w 375920"/>
              <a:gd name="connsiteY0" fmla="*/ 88900 h 550546"/>
              <a:gd name="connsiteX1" fmla="*/ 283845 w 375920"/>
              <a:gd name="connsiteY1" fmla="*/ 0 h 550546"/>
              <a:gd name="connsiteX2" fmla="*/ 375920 w 375920"/>
              <a:gd name="connsiteY2" fmla="*/ 199390 h 550546"/>
              <a:gd name="connsiteX3" fmla="*/ 282575 w 375920"/>
              <a:gd name="connsiteY3" fmla="*/ 550546 h 550546"/>
              <a:gd name="connsiteX4" fmla="*/ 0 w 375920"/>
              <a:gd name="connsiteY4" fmla="*/ 408940 h 550546"/>
              <a:gd name="connsiteX5" fmla="*/ 0 w 375920"/>
              <a:gd name="connsiteY5" fmla="*/ 88900 h 550546"/>
              <a:gd name="connsiteX0" fmla="*/ 0 w 375920"/>
              <a:gd name="connsiteY0" fmla="*/ 88900 h 414021"/>
              <a:gd name="connsiteX1" fmla="*/ 283845 w 375920"/>
              <a:gd name="connsiteY1" fmla="*/ 0 h 414021"/>
              <a:gd name="connsiteX2" fmla="*/ 375920 w 375920"/>
              <a:gd name="connsiteY2" fmla="*/ 199390 h 414021"/>
              <a:gd name="connsiteX3" fmla="*/ 263525 w 375920"/>
              <a:gd name="connsiteY3" fmla="*/ 414021 h 414021"/>
              <a:gd name="connsiteX4" fmla="*/ 0 w 375920"/>
              <a:gd name="connsiteY4" fmla="*/ 408940 h 414021"/>
              <a:gd name="connsiteX5" fmla="*/ 0 w 375920"/>
              <a:gd name="connsiteY5" fmla="*/ 88900 h 414021"/>
              <a:gd name="connsiteX0" fmla="*/ 3175 w 375920"/>
              <a:gd name="connsiteY0" fmla="*/ 203200 h 414021"/>
              <a:gd name="connsiteX1" fmla="*/ 283845 w 375920"/>
              <a:gd name="connsiteY1" fmla="*/ 0 h 414021"/>
              <a:gd name="connsiteX2" fmla="*/ 375920 w 375920"/>
              <a:gd name="connsiteY2" fmla="*/ 199390 h 414021"/>
              <a:gd name="connsiteX3" fmla="*/ 263525 w 375920"/>
              <a:gd name="connsiteY3" fmla="*/ 414021 h 414021"/>
              <a:gd name="connsiteX4" fmla="*/ 0 w 375920"/>
              <a:gd name="connsiteY4" fmla="*/ 408940 h 414021"/>
              <a:gd name="connsiteX5" fmla="*/ 3175 w 375920"/>
              <a:gd name="connsiteY5" fmla="*/ 203200 h 414021"/>
              <a:gd name="connsiteX0" fmla="*/ 305 w 376225"/>
              <a:gd name="connsiteY0" fmla="*/ 114300 h 414021"/>
              <a:gd name="connsiteX1" fmla="*/ 284150 w 376225"/>
              <a:gd name="connsiteY1" fmla="*/ 0 h 414021"/>
              <a:gd name="connsiteX2" fmla="*/ 376225 w 376225"/>
              <a:gd name="connsiteY2" fmla="*/ 199390 h 414021"/>
              <a:gd name="connsiteX3" fmla="*/ 263830 w 376225"/>
              <a:gd name="connsiteY3" fmla="*/ 414021 h 414021"/>
              <a:gd name="connsiteX4" fmla="*/ 305 w 376225"/>
              <a:gd name="connsiteY4" fmla="*/ 408940 h 414021"/>
              <a:gd name="connsiteX5" fmla="*/ 305 w 376225"/>
              <a:gd name="connsiteY5" fmla="*/ 114300 h 414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6225" h="414021">
                <a:moveTo>
                  <a:pt x="305" y="114300"/>
                </a:moveTo>
                <a:lnTo>
                  <a:pt x="284150" y="0"/>
                </a:lnTo>
                <a:lnTo>
                  <a:pt x="376225" y="199390"/>
                </a:lnTo>
                <a:lnTo>
                  <a:pt x="263830" y="414021"/>
                </a:lnTo>
                <a:lnTo>
                  <a:pt x="305" y="408940"/>
                </a:lnTo>
                <a:cubicBezTo>
                  <a:pt x="1363" y="340360"/>
                  <a:pt x="-753" y="182880"/>
                  <a:pt x="305" y="114300"/>
                </a:cubicBezTo>
                <a:close/>
              </a:path>
            </a:pathLst>
          </a:cu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97884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9441EE61-80B4-422A-9613-85C047D72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" y="1099"/>
            <a:ext cx="4876190" cy="48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324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74F54571-1106-4B8E-ADFD-DDF367B7AB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" y="1099"/>
            <a:ext cx="4876190" cy="48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242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74F54571-1106-4B8E-ADFD-DDF367B7AB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" y="1099"/>
            <a:ext cx="4876190" cy="487619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7B174C06-1EE1-485C-B9FF-A84AD71863D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" y="0"/>
            <a:ext cx="4876190" cy="487619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1A34ECB4-0847-4EB2-A926-19F14E3556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214839">
            <a:off x="2554308" y="2361548"/>
            <a:ext cx="2181543" cy="2181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7336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74F54571-1106-4B8E-ADFD-DDF367B7AB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" y="1099"/>
            <a:ext cx="4876190" cy="487619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39053CD7-330C-4C96-A7D2-D164648FF0D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" y="0"/>
            <a:ext cx="4876190" cy="487619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1A34ECB4-0847-4EB2-A926-19F14E35569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48"/>
          <a:stretch/>
        </p:blipFill>
        <p:spPr>
          <a:xfrm rot="21214839">
            <a:off x="2181507" y="2016966"/>
            <a:ext cx="2494555" cy="2663650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92ACC860-0697-44F1-B85B-3B68A56F34B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75"/>
          <a:stretch/>
        </p:blipFill>
        <p:spPr>
          <a:xfrm rot="21214839">
            <a:off x="225256" y="1336257"/>
            <a:ext cx="1963927" cy="2181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5920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74F54571-1106-4B8E-ADFD-DDF367B7AB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" y="1099"/>
            <a:ext cx="4876190" cy="487619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52878FE7-3ACD-477A-84A8-A2C4D729654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" y="0"/>
            <a:ext cx="4876190" cy="487619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1A34ECB4-0847-4EB2-A926-19F14E35569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764" b="2264"/>
          <a:stretch/>
        </p:blipFill>
        <p:spPr>
          <a:xfrm rot="21214839">
            <a:off x="1957406" y="1660751"/>
            <a:ext cx="2729216" cy="3057747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92ACC860-0697-44F1-B85B-3B68A56F34B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95"/>
          <a:stretch/>
        </p:blipFill>
        <p:spPr>
          <a:xfrm rot="21214839">
            <a:off x="306704" y="1216820"/>
            <a:ext cx="2276231" cy="2571887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9C1DA84E-351A-4DBE-96B4-BF1E05FFEA2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61"/>
          <a:stretch/>
        </p:blipFill>
        <p:spPr>
          <a:xfrm>
            <a:off x="2359943" y="-1099"/>
            <a:ext cx="2181543" cy="1828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8135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2386E625-77C1-41EB-A69E-719B43B91F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" y="1099"/>
            <a:ext cx="4876190" cy="48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5899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016D449C-F1ED-4CA4-8B45-C1D6CC9691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" y="1099"/>
            <a:ext cx="4876190" cy="48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2321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016D449C-F1ED-4CA4-8B45-C1D6CC9691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99"/>
            <a:ext cx="4876190" cy="487619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7C3D95D8-4274-44A6-98BF-A14DEF61EB4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116" t="16407" r="32529" b="44659"/>
          <a:stretch/>
        </p:blipFill>
        <p:spPr>
          <a:xfrm>
            <a:off x="695324" y="180975"/>
            <a:ext cx="2790825" cy="257175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8028850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016D449C-F1ED-4CA4-8B45-C1D6CC9691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" y="1099"/>
            <a:ext cx="4876190" cy="487619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7C3D95D8-4274-44A6-98BF-A14DEF61EB4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567" t="14820" r="9404" b="44515"/>
          <a:stretch/>
        </p:blipFill>
        <p:spPr>
          <a:xfrm>
            <a:off x="0" y="76201"/>
            <a:ext cx="4878388" cy="2686050"/>
          </a:xfrm>
          <a:prstGeom prst="heptagon">
            <a:avLst/>
          </a:prstGeom>
        </p:spPr>
      </p:pic>
    </p:spTree>
    <p:extLst>
      <p:ext uri="{BB962C8B-B14F-4D97-AF65-F5344CB8AC3E}">
        <p14:creationId xmlns:p14="http://schemas.microsoft.com/office/powerpoint/2010/main" val="38100316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016D449C-F1ED-4CA4-8B45-C1D6CC9691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" y="1099"/>
            <a:ext cx="4876190" cy="487619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7C3D95D8-4274-44A6-98BF-A14DEF61EB4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567" t="14819" r="9404" b="31538"/>
          <a:stretch/>
        </p:blipFill>
        <p:spPr>
          <a:xfrm>
            <a:off x="0" y="76201"/>
            <a:ext cx="4878388" cy="3543299"/>
          </a:xfrm>
          <a:prstGeom prst="heptagon">
            <a:avLst/>
          </a:prstGeom>
        </p:spPr>
      </p:pic>
    </p:spTree>
    <p:extLst>
      <p:ext uri="{BB962C8B-B14F-4D97-AF65-F5344CB8AC3E}">
        <p14:creationId xmlns:p14="http://schemas.microsoft.com/office/powerpoint/2010/main" val="21221351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016D449C-F1ED-4CA4-8B45-C1D6CC9691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" y="1099"/>
            <a:ext cx="4876190" cy="487619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7C3D95D8-4274-44A6-98BF-A14DEF61EB4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567" t="13667" r="9404" b="10771"/>
          <a:stretch/>
        </p:blipFill>
        <p:spPr>
          <a:xfrm>
            <a:off x="0" y="0"/>
            <a:ext cx="4878388" cy="4991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6908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 11">
            <a:extLst>
              <a:ext uri="{FF2B5EF4-FFF2-40B4-BE49-F238E27FC236}">
                <a16:creationId xmlns:a16="http://schemas.microsoft.com/office/drawing/2014/main" id="{4713E524-1680-4381-BA4D-4451CD8DD91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98" t="26164" r="-34136" b="7645"/>
          <a:stretch/>
        </p:blipFill>
        <p:spPr>
          <a:xfrm>
            <a:off x="6286500" y="1276349"/>
            <a:ext cx="4133849" cy="3228976"/>
          </a:xfrm>
          <a:prstGeom prst="pentagon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D870BF40-C8A9-4DEF-9D38-FADFE2E2CD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8387" cy="4878387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39A042C4-8749-4DDD-9BF7-623ABB130D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864" y="-379658"/>
            <a:ext cx="3046658" cy="304665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FFB513A1-5481-4DF3-A5BA-37B9FE38260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97" t="26163" r="49999" b="48845"/>
          <a:stretch/>
        </p:blipFill>
        <p:spPr>
          <a:xfrm>
            <a:off x="409576" y="1276349"/>
            <a:ext cx="2029618" cy="1219201"/>
          </a:xfrm>
          <a:prstGeom prst="rtTriangle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62C269C1-366A-475B-BF81-D33F3857EFD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/>
        </p:blipFill>
        <p:spPr>
          <a:xfrm>
            <a:off x="1" y="2439194"/>
            <a:ext cx="4878387" cy="2439193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9F9C4291-AE95-42A8-91F9-29C1AF8E418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2324"/>
          <a:stretch/>
        </p:blipFill>
        <p:spPr>
          <a:xfrm>
            <a:off x="2389826" y="1280142"/>
            <a:ext cx="1970679" cy="323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3444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流程圖: 抽選 3">
            <a:extLst>
              <a:ext uri="{FF2B5EF4-FFF2-40B4-BE49-F238E27FC236}">
                <a16:creationId xmlns:a16="http://schemas.microsoft.com/office/drawing/2014/main" id="{76B72AEC-AB27-4103-9954-7DD51075FBDD}"/>
              </a:ext>
            </a:extLst>
          </p:cNvPr>
          <p:cNvSpPr/>
          <p:nvPr/>
        </p:nvSpPr>
        <p:spPr>
          <a:xfrm rot="5400000">
            <a:off x="3690141" y="328616"/>
            <a:ext cx="1214440" cy="966787"/>
          </a:xfrm>
          <a:prstGeom prst="flowChartExtract">
            <a:avLst/>
          </a:prstGeom>
          <a:solidFill>
            <a:schemeClr val="accent2">
              <a:lumMod val="60000"/>
              <a:lumOff val="4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流程圖: 抽選 4">
            <a:extLst>
              <a:ext uri="{FF2B5EF4-FFF2-40B4-BE49-F238E27FC236}">
                <a16:creationId xmlns:a16="http://schemas.microsoft.com/office/drawing/2014/main" id="{7F4B947B-32FB-48A2-AD38-79A6E42D16F4}"/>
              </a:ext>
            </a:extLst>
          </p:cNvPr>
          <p:cNvSpPr/>
          <p:nvPr/>
        </p:nvSpPr>
        <p:spPr>
          <a:xfrm rot="5400000" flipV="1">
            <a:off x="-26193" y="328618"/>
            <a:ext cx="1214440" cy="966787"/>
          </a:xfrm>
          <a:prstGeom prst="flowChartExtract">
            <a:avLst/>
          </a:prstGeom>
          <a:solidFill>
            <a:schemeClr val="accent2">
              <a:lumMod val="60000"/>
              <a:lumOff val="4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7E5ADF76-2325-4E23-A230-C9F2C2DAEFB2}"/>
              </a:ext>
            </a:extLst>
          </p:cNvPr>
          <p:cNvSpPr/>
          <p:nvPr/>
        </p:nvSpPr>
        <p:spPr>
          <a:xfrm>
            <a:off x="1458119" y="-409575"/>
            <a:ext cx="1962150" cy="250507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DE9C0D43-8EEC-4A6C-BA80-5DD9A20AB2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319" y="24087"/>
            <a:ext cx="1637750" cy="1637750"/>
          </a:xfrm>
          <a:prstGeom prst="rect">
            <a:avLst/>
          </a:prstGeom>
        </p:spPr>
      </p:pic>
      <p:sp>
        <p:nvSpPr>
          <p:cNvPr id="9" name="流程圖: 抽選 8">
            <a:extLst>
              <a:ext uri="{FF2B5EF4-FFF2-40B4-BE49-F238E27FC236}">
                <a16:creationId xmlns:a16="http://schemas.microsoft.com/office/drawing/2014/main" id="{9CFBB85D-D43D-4C35-9627-EA6C68B8E1F4}"/>
              </a:ext>
            </a:extLst>
          </p:cNvPr>
          <p:cNvSpPr/>
          <p:nvPr/>
        </p:nvSpPr>
        <p:spPr>
          <a:xfrm rot="5400000">
            <a:off x="3690141" y="3177385"/>
            <a:ext cx="1214440" cy="966787"/>
          </a:xfrm>
          <a:prstGeom prst="flowChartExtract">
            <a:avLst/>
          </a:prstGeom>
          <a:solidFill>
            <a:schemeClr val="accent2">
              <a:lumMod val="60000"/>
              <a:lumOff val="4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流程圖: 抽選 9">
            <a:extLst>
              <a:ext uri="{FF2B5EF4-FFF2-40B4-BE49-F238E27FC236}">
                <a16:creationId xmlns:a16="http://schemas.microsoft.com/office/drawing/2014/main" id="{543EA6EA-8166-4D8E-8AF9-9AF6519876CD}"/>
              </a:ext>
            </a:extLst>
          </p:cNvPr>
          <p:cNvSpPr/>
          <p:nvPr/>
        </p:nvSpPr>
        <p:spPr>
          <a:xfrm rot="5400000" flipV="1">
            <a:off x="-26193" y="3177387"/>
            <a:ext cx="1214440" cy="966787"/>
          </a:xfrm>
          <a:prstGeom prst="flowChartExtract">
            <a:avLst/>
          </a:prstGeom>
          <a:solidFill>
            <a:schemeClr val="accent2">
              <a:lumMod val="60000"/>
              <a:lumOff val="4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C986BB0E-CA8C-4040-A82B-4E30F0D16B20}"/>
              </a:ext>
            </a:extLst>
          </p:cNvPr>
          <p:cNvSpPr/>
          <p:nvPr/>
        </p:nvSpPr>
        <p:spPr>
          <a:xfrm>
            <a:off x="1458119" y="2439194"/>
            <a:ext cx="1962150" cy="250507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66E898C3-0F6D-4DCA-A2A8-3F3F4B9530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150" y="2802734"/>
            <a:ext cx="1716088" cy="171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1660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4A6F967C-0168-4846-85F6-4DA6B2DE70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815" b="89872" l="9888" r="89872">
                        <a14:foregroundMark x1="52951" y1="44896" x2="58612" y2="46093"/>
                        <a14:foregroundMark x1="48405" y1="46651" x2="56778" y2="45295"/>
                        <a14:foregroundMark x1="59968" y1="43541" x2="51914" y2="49920"/>
                        <a14:foregroundMark x1="51914" y1="49920" x2="50957" y2="41946"/>
                        <a14:foregroundMark x1="50000" y1="45295" x2="60128" y2="44657"/>
                        <a14:foregroundMark x1="60128" y1="44657" x2="59330" y2="41946"/>
                        <a14:foregroundMark x1="78469" y1="10766" x2="82775" y2="9410"/>
                        <a14:foregroundMark x1="31021" y1="10128" x2="37879" y2="10367"/>
                        <a14:foregroundMark x1="31818" y1="7815" x2="34928" y2="7815"/>
                        <a14:foregroundMark x1="11404" y1="47767" x2="12281" y2="5103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349" t="5076" r="10185" b="10187"/>
          <a:stretch/>
        </p:blipFill>
        <p:spPr>
          <a:xfrm>
            <a:off x="215106" y="67562"/>
            <a:ext cx="4448175" cy="4743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4575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314E5A12-FF5A-4448-BF4B-086E27D9A0C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86" b="89943" l="7754" r="90820">
                        <a14:foregroundMark x1="57576" y1="34736" x2="63815" y2="34451"/>
                        <a14:foregroundMark x1="9537" y1="64979" x2="8070" y2="69734"/>
                        <a14:foregroundMark x1="90820" y1="76462" x2="90642" y2="72753"/>
                        <a14:foregroundMark x1="57487" y1="34094" x2="62567" y2="35164"/>
                        <a14:foregroundMark x1="55882" y1="34879" x2="63280" y2="36091"/>
                        <a14:backgroundMark x1="7398" y1="71041" x2="7398" y2="71041"/>
                        <a14:backgroundMark x1="6684" y1="70328" x2="8378" y2="7168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644" t="11903" r="4773" b="13668"/>
          <a:stretch/>
        </p:blipFill>
        <p:spPr>
          <a:xfrm>
            <a:off x="143182" y="55546"/>
            <a:ext cx="4592024" cy="4767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777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672</TotalTime>
  <Words>0</Words>
  <Application>Microsoft Office PowerPoint</Application>
  <PresentationFormat>自訂</PresentationFormat>
  <Paragraphs>0</Paragraphs>
  <Slides>24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Cheng-Yen Hua</dc:creator>
  <cp:lastModifiedBy>Cheng-Yen Hua</cp:lastModifiedBy>
  <cp:revision>24</cp:revision>
  <dcterms:created xsi:type="dcterms:W3CDTF">2026-04-25T06:01:52Z</dcterms:created>
  <dcterms:modified xsi:type="dcterms:W3CDTF">2026-04-27T15:25:17Z</dcterms:modified>
</cp:coreProperties>
</file>